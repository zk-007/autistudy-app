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5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264" r:id="rId5"/>
    <p:sldId id="272" r:id="rId6"/>
    <p:sldId id="289" r:id="rId7"/>
    <p:sldId id="291" r:id="rId8"/>
    <p:sldId id="292" r:id="rId9"/>
    <p:sldId id="293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265" r:id="rId19"/>
    <p:sldId id="273" r:id="rId20"/>
    <p:sldId id="274" r:id="rId21"/>
    <p:sldId id="275" r:id="rId22"/>
    <p:sldId id="276" r:id="rId23"/>
    <p:sldId id="277" r:id="rId24"/>
    <p:sldId id="278" r:id="rId25"/>
    <p:sldId id="285" r:id="rId26"/>
    <p:sldId id="286" r:id="rId27"/>
    <p:sldId id="287" r:id="rId28"/>
    <p:sldId id="279" r:id="rId29"/>
    <p:sldId id="284" r:id="rId30"/>
    <p:sldId id="281" r:id="rId31"/>
    <p:sldId id="267" r:id="rId32"/>
    <p:sldId id="283" r:id="rId33"/>
    <p:sldId id="27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23AC6D4-29CC-42C8-A991-701AE7583F79}">
          <p14:sldIdLst>
            <p14:sldId id="264"/>
          </p14:sldIdLst>
        </p14:section>
        <p14:section name="Untitled Section" id="{1AE57D1D-7EDC-4D25-BE6E-0BFFB05712D4}">
          <p14:sldIdLst>
            <p14:sldId id="272"/>
            <p14:sldId id="289"/>
            <p14:sldId id="291"/>
            <p14:sldId id="292"/>
            <p14:sldId id="293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265"/>
            <p14:sldId id="273"/>
            <p14:sldId id="274"/>
            <p14:sldId id="275"/>
            <p14:sldId id="276"/>
            <p14:sldId id="277"/>
            <p14:sldId id="278"/>
            <p14:sldId id="285"/>
            <p14:sldId id="286"/>
            <p14:sldId id="287"/>
            <p14:sldId id="279"/>
            <p14:sldId id="284"/>
            <p14:sldId id="281"/>
            <p14:sldId id="267"/>
            <p14:sldId id="283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F9BDE4"/>
    <a:srgbClr val="FF9B9B"/>
    <a:srgbClr val="ED7D31"/>
    <a:srgbClr val="FFD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693" autoAdjust="0"/>
  </p:normalViewPr>
  <p:slideViewPr>
    <p:cSldViewPr snapToGrid="0">
      <p:cViewPr varScale="1">
        <p:scale>
          <a:sx n="51" d="100"/>
          <a:sy n="51" d="100"/>
        </p:scale>
        <p:origin x="1256" y="24"/>
      </p:cViewPr>
      <p:guideLst/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8FDDBD-AE42-4DFF-AE3F-B7F582E7661E}" type="doc">
      <dgm:prSet loTypeId="urn:microsoft.com/office/officeart/2009/3/layout/PlusandMinus" loCatId="relationship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0DC61A-385F-43E3-81C0-2E24E61027EC}">
      <dgm:prSet phldrT="[Text]" custT="1"/>
      <dgm:spPr/>
      <dgm:t>
        <a:bodyPr/>
        <a:lstStyle/>
        <a:p>
          <a:r>
            <a:rPr lang="en-US" sz="2800" dirty="0"/>
            <a:t>Traditional RAG Retrieved:</a:t>
          </a:r>
        </a:p>
        <a:p>
          <a:r>
            <a:rPr lang="en-US" sz="1800" dirty="0"/>
            <a:t>"The denominator is the bottom number..." (irrelevant definition)</a:t>
          </a:r>
        </a:p>
        <a:p>
          <a:r>
            <a:rPr lang="en-US" sz="1800" dirty="0"/>
            <a:t>"Fractions are parts of a whole..." (too basic)</a:t>
          </a:r>
        </a:p>
        <a:p>
          <a:r>
            <a:rPr lang="en-US" sz="1800" dirty="0"/>
            <a:t>"Exercise 2.3: Add 1/2 + garbled..." (OCR corrupted)</a:t>
          </a:r>
        </a:p>
        <a:p>
          <a:endParaRPr lang="en-US" sz="2800" dirty="0"/>
        </a:p>
      </dgm:t>
    </dgm:pt>
    <dgm:pt modelId="{D9BBB8EC-D5CF-49B0-9922-1F33410199A0}" type="parTrans" cxnId="{C2508DB2-847E-4E91-9BB9-243BE84463F4}">
      <dgm:prSet/>
      <dgm:spPr/>
      <dgm:t>
        <a:bodyPr/>
        <a:lstStyle/>
        <a:p>
          <a:endParaRPr lang="en-US"/>
        </a:p>
      </dgm:t>
    </dgm:pt>
    <dgm:pt modelId="{6E735D27-31C6-437C-A2BC-6D1C879A5EF5}" type="sibTrans" cxnId="{C2508DB2-847E-4E91-9BB9-243BE84463F4}">
      <dgm:prSet/>
      <dgm:spPr/>
      <dgm:t>
        <a:bodyPr/>
        <a:lstStyle/>
        <a:p>
          <a:endParaRPr lang="en-US"/>
        </a:p>
      </dgm:t>
    </dgm:pt>
    <dgm:pt modelId="{17D6FAC0-470F-4B59-807E-210000740449}">
      <dgm:prSet phldrT="[Text]" custT="1"/>
      <dgm:spPr/>
      <dgm:t>
        <a:bodyPr/>
        <a:lstStyle/>
        <a:p>
          <a:r>
            <a:rPr lang="en-US" sz="3200" dirty="0"/>
            <a:t>Expected:</a:t>
          </a:r>
        </a:p>
        <a:p>
          <a:endParaRPr lang="en-US" sz="2000" dirty="0"/>
        </a:p>
        <a:p>
          <a:r>
            <a:rPr lang="en-US" sz="2000" dirty="0"/>
            <a:t>Step-by-step procedure for finding LCD</a:t>
          </a:r>
        </a:p>
        <a:p>
          <a:r>
            <a:rPr lang="en-US" sz="2000" dirty="0"/>
            <a:t>Example with worked solution</a:t>
          </a:r>
        </a:p>
        <a:p>
          <a:r>
            <a:rPr lang="en-US" sz="2000" dirty="0"/>
            <a:t>Practice problems</a:t>
          </a:r>
        </a:p>
      </dgm:t>
    </dgm:pt>
    <dgm:pt modelId="{F8D5375C-63FF-48EB-AA5D-FF27AFA8F4F8}" type="parTrans" cxnId="{7DC4C6D1-7BFB-4C2A-B84E-CA997E183D4E}">
      <dgm:prSet/>
      <dgm:spPr/>
      <dgm:t>
        <a:bodyPr/>
        <a:lstStyle/>
        <a:p>
          <a:endParaRPr lang="en-US"/>
        </a:p>
      </dgm:t>
    </dgm:pt>
    <dgm:pt modelId="{299ED1B8-DE3C-49C3-8DC7-BB511C2AFEEA}" type="sibTrans" cxnId="{7DC4C6D1-7BFB-4C2A-B84E-CA997E183D4E}">
      <dgm:prSet/>
      <dgm:spPr/>
      <dgm:t>
        <a:bodyPr/>
        <a:lstStyle/>
        <a:p>
          <a:endParaRPr lang="en-US"/>
        </a:p>
      </dgm:t>
    </dgm:pt>
    <dgm:pt modelId="{0A1D88E0-CBBF-47DF-8A0D-43EC0CB9F946}" type="pres">
      <dgm:prSet presAssocID="{9B8FDDBD-AE42-4DFF-AE3F-B7F582E7661E}" presName="Name0" presStyleCnt="0">
        <dgm:presLayoutVars>
          <dgm:chMax val="2"/>
          <dgm:chPref val="2"/>
          <dgm:dir/>
          <dgm:animOne/>
          <dgm:resizeHandles val="exact"/>
        </dgm:presLayoutVars>
      </dgm:prSet>
      <dgm:spPr/>
    </dgm:pt>
    <dgm:pt modelId="{F04A1057-E888-44F3-9631-178F8196440D}" type="pres">
      <dgm:prSet presAssocID="{9B8FDDBD-AE42-4DFF-AE3F-B7F582E7661E}" presName="Background" presStyleLbl="bgImgPlace1" presStyleIdx="0" presStyleCnt="1" custScaleX="110015"/>
      <dgm:spPr/>
    </dgm:pt>
    <dgm:pt modelId="{2A63AAE2-9A68-4532-9A00-CDA6DA711840}" type="pres">
      <dgm:prSet presAssocID="{9B8FDDBD-AE42-4DFF-AE3F-B7F582E7661E}" presName="Parent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44007477-2754-4FB8-944D-249953B15889}" type="pres">
      <dgm:prSet presAssocID="{9B8FDDBD-AE42-4DFF-AE3F-B7F582E7661E}" presName="ParentText2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8EF90D80-3CBA-45E2-899C-86809AB111FA}" type="pres">
      <dgm:prSet presAssocID="{9B8FDDBD-AE42-4DFF-AE3F-B7F582E7661E}" presName="Plus" presStyleLbl="alignNode1" presStyleIdx="0" presStyleCnt="2" custScaleX="54727" custScaleY="44850" custLinFactX="229424" custLinFactNeighborX="300000" custLinFactNeighborY="4318"/>
      <dgm:spPr/>
    </dgm:pt>
    <dgm:pt modelId="{9F622287-CB8A-4005-A4E4-71224E3C603B}" type="pres">
      <dgm:prSet presAssocID="{9B8FDDBD-AE42-4DFF-AE3F-B7F582E7661E}" presName="Minus" presStyleLbl="alignNode1" presStyleIdx="1" presStyleCnt="2" custScaleX="84263" custScaleY="43718" custLinFactX="-231726" custLinFactNeighborX="-300000" custLinFactNeighborY="14326"/>
      <dgm:spPr/>
    </dgm:pt>
    <dgm:pt modelId="{500989E1-3418-4821-89E3-B291168A7781}" type="pres">
      <dgm:prSet presAssocID="{9B8FDDBD-AE42-4DFF-AE3F-B7F582E7661E}" presName="Divider" presStyleLbl="parChTrans1D1" presStyleIdx="0" presStyleCnt="1"/>
      <dgm:spPr/>
    </dgm:pt>
  </dgm:ptLst>
  <dgm:cxnLst>
    <dgm:cxn modelId="{5FC35648-8219-4069-A94E-D221BB4D87BA}" type="presOf" srcId="{17D6FAC0-470F-4B59-807E-210000740449}" destId="{44007477-2754-4FB8-944D-249953B15889}" srcOrd="0" destOrd="0" presId="urn:microsoft.com/office/officeart/2009/3/layout/PlusandMinus"/>
    <dgm:cxn modelId="{B7965393-0B82-471D-912D-6A2C093D4565}" type="presOf" srcId="{9B8FDDBD-AE42-4DFF-AE3F-B7F582E7661E}" destId="{0A1D88E0-CBBF-47DF-8A0D-43EC0CB9F946}" srcOrd="0" destOrd="0" presId="urn:microsoft.com/office/officeart/2009/3/layout/PlusandMinus"/>
    <dgm:cxn modelId="{416A5B9E-D53E-4C00-9966-86386E060C0F}" type="presOf" srcId="{6E0DC61A-385F-43E3-81C0-2E24E61027EC}" destId="{2A63AAE2-9A68-4532-9A00-CDA6DA711840}" srcOrd="0" destOrd="0" presId="urn:microsoft.com/office/officeart/2009/3/layout/PlusandMinus"/>
    <dgm:cxn modelId="{C2508DB2-847E-4E91-9BB9-243BE84463F4}" srcId="{9B8FDDBD-AE42-4DFF-AE3F-B7F582E7661E}" destId="{6E0DC61A-385F-43E3-81C0-2E24E61027EC}" srcOrd="0" destOrd="0" parTransId="{D9BBB8EC-D5CF-49B0-9922-1F33410199A0}" sibTransId="{6E735D27-31C6-437C-A2BC-6D1C879A5EF5}"/>
    <dgm:cxn modelId="{7DC4C6D1-7BFB-4C2A-B84E-CA997E183D4E}" srcId="{9B8FDDBD-AE42-4DFF-AE3F-B7F582E7661E}" destId="{17D6FAC0-470F-4B59-807E-210000740449}" srcOrd="1" destOrd="0" parTransId="{F8D5375C-63FF-48EB-AA5D-FF27AFA8F4F8}" sibTransId="{299ED1B8-DE3C-49C3-8DC7-BB511C2AFEEA}"/>
    <dgm:cxn modelId="{7952E956-6613-4A25-92BA-A343999B9A66}" type="presParOf" srcId="{0A1D88E0-CBBF-47DF-8A0D-43EC0CB9F946}" destId="{F04A1057-E888-44F3-9631-178F8196440D}" srcOrd="0" destOrd="0" presId="urn:microsoft.com/office/officeart/2009/3/layout/PlusandMinus"/>
    <dgm:cxn modelId="{79921870-5512-4236-9BAB-E11144FD828F}" type="presParOf" srcId="{0A1D88E0-CBBF-47DF-8A0D-43EC0CB9F946}" destId="{2A63AAE2-9A68-4532-9A00-CDA6DA711840}" srcOrd="1" destOrd="0" presId="urn:microsoft.com/office/officeart/2009/3/layout/PlusandMinus"/>
    <dgm:cxn modelId="{83B0B982-6BAA-4C9D-900B-6AECC817FDBF}" type="presParOf" srcId="{0A1D88E0-CBBF-47DF-8A0D-43EC0CB9F946}" destId="{44007477-2754-4FB8-944D-249953B15889}" srcOrd="2" destOrd="0" presId="urn:microsoft.com/office/officeart/2009/3/layout/PlusandMinus"/>
    <dgm:cxn modelId="{956EC321-ACF1-40FB-B019-0604EBB8C0CB}" type="presParOf" srcId="{0A1D88E0-CBBF-47DF-8A0D-43EC0CB9F946}" destId="{8EF90D80-3CBA-45E2-899C-86809AB111FA}" srcOrd="3" destOrd="0" presId="urn:microsoft.com/office/officeart/2009/3/layout/PlusandMinus"/>
    <dgm:cxn modelId="{23962FC3-01A8-4CDA-B0B8-F67920ADA335}" type="presParOf" srcId="{0A1D88E0-CBBF-47DF-8A0D-43EC0CB9F946}" destId="{9F622287-CB8A-4005-A4E4-71224E3C603B}" srcOrd="4" destOrd="0" presId="urn:microsoft.com/office/officeart/2009/3/layout/PlusandMinus"/>
    <dgm:cxn modelId="{8434B958-552D-4C8F-B543-F9FE96BAA016}" type="presParOf" srcId="{0A1D88E0-CBBF-47DF-8A0D-43EC0CB9F946}" destId="{500989E1-3418-4821-89E3-B291168A7781}" srcOrd="5" destOrd="0" presId="urn:microsoft.com/office/officeart/2009/3/layout/PlusandMinu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136A90-6B59-45AD-BBA1-85AFD032E8F8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20EFBB7-0769-4554-96E3-51B5B6698D5A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US" sz="2000" dirty="0"/>
            <a:t>1. OCR destroyed mathematical content</a:t>
          </a:r>
          <a:endParaRPr lang="en-US" sz="2000" b="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5DFE748-686E-4A08-944E-9D07F9FA6B48}" type="parTrans" cxnId="{17C9D25A-BC5F-418E-9A4A-29DD9C57BD39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D3AFE35-532F-4AE8-BAB4-DFA3B4B611F6}" type="sibTrans" cxnId="{17C9D25A-BC5F-418E-9A4A-29DD9C57BD39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533B6C7-3203-4AEE-95BC-E867D49C88B5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sz="2000" dirty="0"/>
            <a:t>2. No block type awareness (definition vs procedure)</a:t>
          </a:r>
          <a:endParaRPr lang="en-US" sz="20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FCAF1A9-8A97-45AC-B4A5-B91AEE5BC9BB}" type="parTrans" cxnId="{0FE563DE-8338-4B45-BCFD-251C8642CAB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34EAA8A-B09B-42FE-8301-99FBFB2B9BD8}" type="sibTrans" cxnId="{0FE563DE-8338-4B45-BCFD-251C8642CAB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A4045ED-A119-4AA6-9C68-5FB2FD000427}">
      <dgm:prSet phldrT="[Text]"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sz="2000" dirty="0"/>
            <a:t>3. No intent understanding</a:t>
          </a:r>
          <a:endParaRPr lang="en-US" sz="20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AFC7164-9B18-4D91-8BCD-E06AEDF44A1B}" type="parTrans" cxnId="{1BD59E24-EEF8-4998-8DB1-3343142CAF57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58335E1-0756-4935-AE41-5B216DCCD948}" type="sibTrans" cxnId="{1BD59E24-EEF8-4998-8DB1-3343142CAF57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F26C141-E1CB-4283-B5E6-EE059FE70A0F}">
      <dgm:prSet phldrT="[Text]" custT="1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sz="2000" dirty="0"/>
            <a:t>4. Single retrieval method missed keywords</a:t>
          </a:r>
          <a:endParaRPr lang="en-US" sz="20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295C213-409D-4940-A9BE-7866204EA680}" type="parTrans" cxnId="{BAAEE58A-96BA-4A84-958E-FA0DFD2F48BE}">
      <dgm:prSet/>
      <dgm:spPr/>
      <dgm:t>
        <a:bodyPr/>
        <a:lstStyle/>
        <a:p>
          <a:endParaRPr lang="en-US"/>
        </a:p>
      </dgm:t>
    </dgm:pt>
    <dgm:pt modelId="{A5E72631-7D8B-4980-9610-BCC20C12E2A8}" type="sibTrans" cxnId="{BAAEE58A-96BA-4A84-958E-FA0DFD2F48BE}">
      <dgm:prSet/>
      <dgm:spPr/>
      <dgm:t>
        <a:bodyPr/>
        <a:lstStyle/>
        <a:p>
          <a:endParaRPr lang="en-US"/>
        </a:p>
      </dgm:t>
    </dgm:pt>
    <dgm:pt modelId="{183A34DF-AA92-49E1-8191-0CF6AD17A6AA}" type="pres">
      <dgm:prSet presAssocID="{2A136A90-6B59-45AD-BBA1-85AFD032E8F8}" presName="linear" presStyleCnt="0">
        <dgm:presLayoutVars>
          <dgm:dir/>
          <dgm:animLvl val="lvl"/>
          <dgm:resizeHandles val="exact"/>
        </dgm:presLayoutVars>
      </dgm:prSet>
      <dgm:spPr/>
    </dgm:pt>
    <dgm:pt modelId="{8F706C0E-1AB2-4161-86CE-4B3594B6EE51}" type="pres">
      <dgm:prSet presAssocID="{620EFBB7-0769-4554-96E3-51B5B6698D5A}" presName="parentLin" presStyleCnt="0"/>
      <dgm:spPr/>
    </dgm:pt>
    <dgm:pt modelId="{428AD880-175D-49F1-A1F6-97F367C387BF}" type="pres">
      <dgm:prSet presAssocID="{620EFBB7-0769-4554-96E3-51B5B6698D5A}" presName="parentLeftMargin" presStyleLbl="node1" presStyleIdx="0" presStyleCnt="4"/>
      <dgm:spPr/>
    </dgm:pt>
    <dgm:pt modelId="{A8B898EB-38C9-408E-9FE2-CB5C874FA50A}" type="pres">
      <dgm:prSet presAssocID="{620EFBB7-0769-4554-96E3-51B5B6698D5A}" presName="parentText" presStyleLbl="node1" presStyleIdx="0" presStyleCnt="4" custScaleY="197597">
        <dgm:presLayoutVars>
          <dgm:chMax val="0"/>
          <dgm:bulletEnabled val="1"/>
        </dgm:presLayoutVars>
      </dgm:prSet>
      <dgm:spPr/>
    </dgm:pt>
    <dgm:pt modelId="{010CCE66-3FB9-4F51-BDBC-33ABD28D8225}" type="pres">
      <dgm:prSet presAssocID="{620EFBB7-0769-4554-96E3-51B5B6698D5A}" presName="negativeSpace" presStyleCnt="0"/>
      <dgm:spPr/>
    </dgm:pt>
    <dgm:pt modelId="{CD67A140-C3A5-43E4-BD28-3C31B61E6EA3}" type="pres">
      <dgm:prSet presAssocID="{620EFBB7-0769-4554-96E3-51B5B6698D5A}" presName="childText" presStyleLbl="conFgAcc1" presStyleIdx="0" presStyleCnt="4">
        <dgm:presLayoutVars>
          <dgm:bulletEnabled val="1"/>
        </dgm:presLayoutVars>
      </dgm:prSet>
      <dgm:spPr/>
    </dgm:pt>
    <dgm:pt modelId="{B5CDED1F-8360-491C-9402-4F19E16BD667}" type="pres">
      <dgm:prSet presAssocID="{FD3AFE35-532F-4AE8-BAB4-DFA3B4B611F6}" presName="spaceBetweenRectangles" presStyleCnt="0"/>
      <dgm:spPr/>
    </dgm:pt>
    <dgm:pt modelId="{77070C8B-4365-4FE5-A117-9CDBA9EA1B7B}" type="pres">
      <dgm:prSet presAssocID="{A533B6C7-3203-4AEE-95BC-E867D49C88B5}" presName="parentLin" presStyleCnt="0"/>
      <dgm:spPr/>
    </dgm:pt>
    <dgm:pt modelId="{1281A6D2-5A4B-4B28-A324-2451A8523897}" type="pres">
      <dgm:prSet presAssocID="{A533B6C7-3203-4AEE-95BC-E867D49C88B5}" presName="parentLeftMargin" presStyleLbl="node1" presStyleIdx="0" presStyleCnt="4"/>
      <dgm:spPr/>
    </dgm:pt>
    <dgm:pt modelId="{9F236B2A-6433-401D-953E-FC86D923A3BE}" type="pres">
      <dgm:prSet presAssocID="{A533B6C7-3203-4AEE-95BC-E867D49C88B5}" presName="parentText" presStyleLbl="node1" presStyleIdx="1" presStyleCnt="4" custScaleY="191942">
        <dgm:presLayoutVars>
          <dgm:chMax val="0"/>
          <dgm:bulletEnabled val="1"/>
        </dgm:presLayoutVars>
      </dgm:prSet>
      <dgm:spPr/>
    </dgm:pt>
    <dgm:pt modelId="{622D5052-0558-4614-99B8-0AD5AD5D765D}" type="pres">
      <dgm:prSet presAssocID="{A533B6C7-3203-4AEE-95BC-E867D49C88B5}" presName="negativeSpace" presStyleCnt="0"/>
      <dgm:spPr/>
    </dgm:pt>
    <dgm:pt modelId="{87E2FD7C-0729-47B8-B1FB-A44E439BE764}" type="pres">
      <dgm:prSet presAssocID="{A533B6C7-3203-4AEE-95BC-E867D49C88B5}" presName="childText" presStyleLbl="conFgAcc1" presStyleIdx="1" presStyleCnt="4">
        <dgm:presLayoutVars>
          <dgm:bulletEnabled val="1"/>
        </dgm:presLayoutVars>
      </dgm:prSet>
      <dgm:spPr/>
    </dgm:pt>
    <dgm:pt modelId="{6052B25F-36DF-4A5F-BA08-1F9785D05B9B}" type="pres">
      <dgm:prSet presAssocID="{634EAA8A-B09B-42FE-8301-99FBFB2B9BD8}" presName="spaceBetweenRectangles" presStyleCnt="0"/>
      <dgm:spPr/>
    </dgm:pt>
    <dgm:pt modelId="{C731DBC8-0E99-4639-ACA2-7ACEFA2844BF}" type="pres">
      <dgm:prSet presAssocID="{4A4045ED-A119-4AA6-9C68-5FB2FD000427}" presName="parentLin" presStyleCnt="0"/>
      <dgm:spPr/>
    </dgm:pt>
    <dgm:pt modelId="{35933558-DB26-4802-B4E2-672716F88346}" type="pres">
      <dgm:prSet presAssocID="{4A4045ED-A119-4AA6-9C68-5FB2FD000427}" presName="parentLeftMargin" presStyleLbl="node1" presStyleIdx="1" presStyleCnt="4"/>
      <dgm:spPr/>
    </dgm:pt>
    <dgm:pt modelId="{12FEB779-618B-4854-88E9-390575D436B8}" type="pres">
      <dgm:prSet presAssocID="{4A4045ED-A119-4AA6-9C68-5FB2FD000427}" presName="parentText" presStyleLbl="node1" presStyleIdx="2" presStyleCnt="4" custScaleY="176196">
        <dgm:presLayoutVars>
          <dgm:chMax val="0"/>
          <dgm:bulletEnabled val="1"/>
        </dgm:presLayoutVars>
      </dgm:prSet>
      <dgm:spPr/>
    </dgm:pt>
    <dgm:pt modelId="{0E7DA70E-372B-453D-9992-B9F46E5D404C}" type="pres">
      <dgm:prSet presAssocID="{4A4045ED-A119-4AA6-9C68-5FB2FD000427}" presName="negativeSpace" presStyleCnt="0"/>
      <dgm:spPr/>
    </dgm:pt>
    <dgm:pt modelId="{E7351307-5BD1-403B-A1BF-1058796C5E99}" type="pres">
      <dgm:prSet presAssocID="{4A4045ED-A119-4AA6-9C68-5FB2FD000427}" presName="childText" presStyleLbl="conFgAcc1" presStyleIdx="2" presStyleCnt="4">
        <dgm:presLayoutVars>
          <dgm:bulletEnabled val="1"/>
        </dgm:presLayoutVars>
      </dgm:prSet>
      <dgm:spPr/>
    </dgm:pt>
    <dgm:pt modelId="{4ADB81E4-7345-4B6A-8E75-0E122B832482}" type="pres">
      <dgm:prSet presAssocID="{858335E1-0756-4935-AE41-5B216DCCD948}" presName="spaceBetweenRectangles" presStyleCnt="0"/>
      <dgm:spPr/>
    </dgm:pt>
    <dgm:pt modelId="{9AC30B24-DC2C-4D91-91B0-5F36ADD66224}" type="pres">
      <dgm:prSet presAssocID="{6F26C141-E1CB-4283-B5E6-EE059FE70A0F}" presName="parentLin" presStyleCnt="0"/>
      <dgm:spPr/>
    </dgm:pt>
    <dgm:pt modelId="{9E95451C-0852-4935-8AD0-304C69C81D63}" type="pres">
      <dgm:prSet presAssocID="{6F26C141-E1CB-4283-B5E6-EE059FE70A0F}" presName="parentLeftMargin" presStyleLbl="node1" presStyleIdx="2" presStyleCnt="4"/>
      <dgm:spPr/>
    </dgm:pt>
    <dgm:pt modelId="{8CAC8910-B46F-401D-912E-BA81E5433DDC}" type="pres">
      <dgm:prSet presAssocID="{6F26C141-E1CB-4283-B5E6-EE059FE70A0F}" presName="parentText" presStyleLbl="node1" presStyleIdx="3" presStyleCnt="4" custScaleY="173391">
        <dgm:presLayoutVars>
          <dgm:chMax val="0"/>
          <dgm:bulletEnabled val="1"/>
        </dgm:presLayoutVars>
      </dgm:prSet>
      <dgm:spPr/>
    </dgm:pt>
    <dgm:pt modelId="{A5E2BD9F-7924-42A2-AD45-113E7B803096}" type="pres">
      <dgm:prSet presAssocID="{6F26C141-E1CB-4283-B5E6-EE059FE70A0F}" presName="negativeSpace" presStyleCnt="0"/>
      <dgm:spPr/>
    </dgm:pt>
    <dgm:pt modelId="{6F7D5871-2019-413C-89A0-69FF1A0038DA}" type="pres">
      <dgm:prSet presAssocID="{6F26C141-E1CB-4283-B5E6-EE059FE70A0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C47BF0C-5B6B-47F0-A6B5-4894696B5CAD}" type="presOf" srcId="{620EFBB7-0769-4554-96E3-51B5B6698D5A}" destId="{A8B898EB-38C9-408E-9FE2-CB5C874FA50A}" srcOrd="1" destOrd="0" presId="urn:microsoft.com/office/officeart/2005/8/layout/list1"/>
    <dgm:cxn modelId="{1BD59E24-EEF8-4998-8DB1-3343142CAF57}" srcId="{2A136A90-6B59-45AD-BBA1-85AFD032E8F8}" destId="{4A4045ED-A119-4AA6-9C68-5FB2FD000427}" srcOrd="2" destOrd="0" parTransId="{3AFC7164-9B18-4D91-8BCD-E06AEDF44A1B}" sibTransId="{858335E1-0756-4935-AE41-5B216DCCD948}"/>
    <dgm:cxn modelId="{72FBC52A-80BD-4D8D-8201-EC70459479E5}" type="presOf" srcId="{A533B6C7-3203-4AEE-95BC-E867D49C88B5}" destId="{9F236B2A-6433-401D-953E-FC86D923A3BE}" srcOrd="1" destOrd="0" presId="urn:microsoft.com/office/officeart/2005/8/layout/list1"/>
    <dgm:cxn modelId="{FFC7372E-FB9E-4701-9673-F683E4BC8F79}" type="presOf" srcId="{4A4045ED-A119-4AA6-9C68-5FB2FD000427}" destId="{35933558-DB26-4802-B4E2-672716F88346}" srcOrd="0" destOrd="0" presId="urn:microsoft.com/office/officeart/2005/8/layout/list1"/>
    <dgm:cxn modelId="{5D27EF5E-22AE-422C-9960-677EFA427C5D}" type="presOf" srcId="{6F26C141-E1CB-4283-B5E6-EE059FE70A0F}" destId="{8CAC8910-B46F-401D-912E-BA81E5433DDC}" srcOrd="1" destOrd="0" presId="urn:microsoft.com/office/officeart/2005/8/layout/list1"/>
    <dgm:cxn modelId="{AE191E4D-5CAB-4318-B26C-FF45842DE147}" type="presOf" srcId="{A533B6C7-3203-4AEE-95BC-E867D49C88B5}" destId="{1281A6D2-5A4B-4B28-A324-2451A8523897}" srcOrd="0" destOrd="0" presId="urn:microsoft.com/office/officeart/2005/8/layout/list1"/>
    <dgm:cxn modelId="{17C9D25A-BC5F-418E-9A4A-29DD9C57BD39}" srcId="{2A136A90-6B59-45AD-BBA1-85AFD032E8F8}" destId="{620EFBB7-0769-4554-96E3-51B5B6698D5A}" srcOrd="0" destOrd="0" parTransId="{B5DFE748-686E-4A08-944E-9D07F9FA6B48}" sibTransId="{FD3AFE35-532F-4AE8-BAB4-DFA3B4B611F6}"/>
    <dgm:cxn modelId="{BAAEE58A-96BA-4A84-958E-FA0DFD2F48BE}" srcId="{2A136A90-6B59-45AD-BBA1-85AFD032E8F8}" destId="{6F26C141-E1CB-4283-B5E6-EE059FE70A0F}" srcOrd="3" destOrd="0" parTransId="{5295C213-409D-4940-A9BE-7866204EA680}" sibTransId="{A5E72631-7D8B-4980-9610-BCC20C12E2A8}"/>
    <dgm:cxn modelId="{181B8390-1D90-4782-A8A6-D69B6C12EBF4}" type="presOf" srcId="{6F26C141-E1CB-4283-B5E6-EE059FE70A0F}" destId="{9E95451C-0852-4935-8AD0-304C69C81D63}" srcOrd="0" destOrd="0" presId="urn:microsoft.com/office/officeart/2005/8/layout/list1"/>
    <dgm:cxn modelId="{8028E8BF-8455-4118-B99A-A0686340C34D}" type="presOf" srcId="{2A136A90-6B59-45AD-BBA1-85AFD032E8F8}" destId="{183A34DF-AA92-49E1-8191-0CF6AD17A6AA}" srcOrd="0" destOrd="0" presId="urn:microsoft.com/office/officeart/2005/8/layout/list1"/>
    <dgm:cxn modelId="{DAB080D3-9720-409D-92F9-E4C628DAB5DB}" type="presOf" srcId="{620EFBB7-0769-4554-96E3-51B5B6698D5A}" destId="{428AD880-175D-49F1-A1F6-97F367C387BF}" srcOrd="0" destOrd="0" presId="urn:microsoft.com/office/officeart/2005/8/layout/list1"/>
    <dgm:cxn modelId="{F8ADA4DB-B32F-4B73-8A10-82145969B0D4}" type="presOf" srcId="{4A4045ED-A119-4AA6-9C68-5FB2FD000427}" destId="{12FEB779-618B-4854-88E9-390575D436B8}" srcOrd="1" destOrd="0" presId="urn:microsoft.com/office/officeart/2005/8/layout/list1"/>
    <dgm:cxn modelId="{0FE563DE-8338-4B45-BCFD-251C8642CABA}" srcId="{2A136A90-6B59-45AD-BBA1-85AFD032E8F8}" destId="{A533B6C7-3203-4AEE-95BC-E867D49C88B5}" srcOrd="1" destOrd="0" parTransId="{4FCAF1A9-8A97-45AC-B4A5-B91AEE5BC9BB}" sibTransId="{634EAA8A-B09B-42FE-8301-99FBFB2B9BD8}"/>
    <dgm:cxn modelId="{35086FED-D703-4638-98BD-FE920FA5FBDD}" type="presParOf" srcId="{183A34DF-AA92-49E1-8191-0CF6AD17A6AA}" destId="{8F706C0E-1AB2-4161-86CE-4B3594B6EE51}" srcOrd="0" destOrd="0" presId="urn:microsoft.com/office/officeart/2005/8/layout/list1"/>
    <dgm:cxn modelId="{3FD846C1-1AA1-4813-BE57-63765B60AAC5}" type="presParOf" srcId="{8F706C0E-1AB2-4161-86CE-4B3594B6EE51}" destId="{428AD880-175D-49F1-A1F6-97F367C387BF}" srcOrd="0" destOrd="0" presId="urn:microsoft.com/office/officeart/2005/8/layout/list1"/>
    <dgm:cxn modelId="{5B04AB5B-9799-43BD-8D52-7AC40E55F47A}" type="presParOf" srcId="{8F706C0E-1AB2-4161-86CE-4B3594B6EE51}" destId="{A8B898EB-38C9-408E-9FE2-CB5C874FA50A}" srcOrd="1" destOrd="0" presId="urn:microsoft.com/office/officeart/2005/8/layout/list1"/>
    <dgm:cxn modelId="{5E58D9F8-1C6A-4C88-8692-866BDA2FB234}" type="presParOf" srcId="{183A34DF-AA92-49E1-8191-0CF6AD17A6AA}" destId="{010CCE66-3FB9-4F51-BDBC-33ABD28D8225}" srcOrd="1" destOrd="0" presId="urn:microsoft.com/office/officeart/2005/8/layout/list1"/>
    <dgm:cxn modelId="{5B5BD3E0-6AA5-405C-86F6-6189D7D1BBB2}" type="presParOf" srcId="{183A34DF-AA92-49E1-8191-0CF6AD17A6AA}" destId="{CD67A140-C3A5-43E4-BD28-3C31B61E6EA3}" srcOrd="2" destOrd="0" presId="urn:microsoft.com/office/officeart/2005/8/layout/list1"/>
    <dgm:cxn modelId="{88AA28E7-36CD-44A7-8ADB-4D1F8916FBC1}" type="presParOf" srcId="{183A34DF-AA92-49E1-8191-0CF6AD17A6AA}" destId="{B5CDED1F-8360-491C-9402-4F19E16BD667}" srcOrd="3" destOrd="0" presId="urn:microsoft.com/office/officeart/2005/8/layout/list1"/>
    <dgm:cxn modelId="{FF7413D7-D548-4681-A585-70D1AABC67F9}" type="presParOf" srcId="{183A34DF-AA92-49E1-8191-0CF6AD17A6AA}" destId="{77070C8B-4365-4FE5-A117-9CDBA9EA1B7B}" srcOrd="4" destOrd="0" presId="urn:microsoft.com/office/officeart/2005/8/layout/list1"/>
    <dgm:cxn modelId="{71A0FD2B-4499-4733-9591-DA4C05395BCE}" type="presParOf" srcId="{77070C8B-4365-4FE5-A117-9CDBA9EA1B7B}" destId="{1281A6D2-5A4B-4B28-A324-2451A8523897}" srcOrd="0" destOrd="0" presId="urn:microsoft.com/office/officeart/2005/8/layout/list1"/>
    <dgm:cxn modelId="{30A09A04-D072-417D-A61D-934C676DCDCF}" type="presParOf" srcId="{77070C8B-4365-4FE5-A117-9CDBA9EA1B7B}" destId="{9F236B2A-6433-401D-953E-FC86D923A3BE}" srcOrd="1" destOrd="0" presId="urn:microsoft.com/office/officeart/2005/8/layout/list1"/>
    <dgm:cxn modelId="{524522B1-B159-42B4-B665-C9379A55DCC7}" type="presParOf" srcId="{183A34DF-AA92-49E1-8191-0CF6AD17A6AA}" destId="{622D5052-0558-4614-99B8-0AD5AD5D765D}" srcOrd="5" destOrd="0" presId="urn:microsoft.com/office/officeart/2005/8/layout/list1"/>
    <dgm:cxn modelId="{E7BEC372-D400-47C9-A797-96ADB89A1753}" type="presParOf" srcId="{183A34DF-AA92-49E1-8191-0CF6AD17A6AA}" destId="{87E2FD7C-0729-47B8-B1FB-A44E439BE764}" srcOrd="6" destOrd="0" presId="urn:microsoft.com/office/officeart/2005/8/layout/list1"/>
    <dgm:cxn modelId="{417F3911-D9AF-4E19-9D90-8109AFEFCD0B}" type="presParOf" srcId="{183A34DF-AA92-49E1-8191-0CF6AD17A6AA}" destId="{6052B25F-36DF-4A5F-BA08-1F9785D05B9B}" srcOrd="7" destOrd="0" presId="urn:microsoft.com/office/officeart/2005/8/layout/list1"/>
    <dgm:cxn modelId="{3DE435C5-4ABA-458C-BF3A-884235FEC02F}" type="presParOf" srcId="{183A34DF-AA92-49E1-8191-0CF6AD17A6AA}" destId="{C731DBC8-0E99-4639-ACA2-7ACEFA2844BF}" srcOrd="8" destOrd="0" presId="urn:microsoft.com/office/officeart/2005/8/layout/list1"/>
    <dgm:cxn modelId="{9CE7FB1B-7AC6-451B-AD05-46E39FAC0010}" type="presParOf" srcId="{C731DBC8-0E99-4639-ACA2-7ACEFA2844BF}" destId="{35933558-DB26-4802-B4E2-672716F88346}" srcOrd="0" destOrd="0" presId="urn:microsoft.com/office/officeart/2005/8/layout/list1"/>
    <dgm:cxn modelId="{D7FA96C3-741B-437E-86F3-1F9B666F84B5}" type="presParOf" srcId="{C731DBC8-0E99-4639-ACA2-7ACEFA2844BF}" destId="{12FEB779-618B-4854-88E9-390575D436B8}" srcOrd="1" destOrd="0" presId="urn:microsoft.com/office/officeart/2005/8/layout/list1"/>
    <dgm:cxn modelId="{3A498131-4138-44B4-9C9F-8B31018D776D}" type="presParOf" srcId="{183A34DF-AA92-49E1-8191-0CF6AD17A6AA}" destId="{0E7DA70E-372B-453D-9992-B9F46E5D404C}" srcOrd="9" destOrd="0" presId="urn:microsoft.com/office/officeart/2005/8/layout/list1"/>
    <dgm:cxn modelId="{14BB65EA-6E97-4ECF-BD27-4835B736C81E}" type="presParOf" srcId="{183A34DF-AA92-49E1-8191-0CF6AD17A6AA}" destId="{E7351307-5BD1-403B-A1BF-1058796C5E99}" srcOrd="10" destOrd="0" presId="urn:microsoft.com/office/officeart/2005/8/layout/list1"/>
    <dgm:cxn modelId="{FFE63777-7A6F-42C4-8B6E-365ED925D6FA}" type="presParOf" srcId="{183A34DF-AA92-49E1-8191-0CF6AD17A6AA}" destId="{4ADB81E4-7345-4B6A-8E75-0E122B832482}" srcOrd="11" destOrd="0" presId="urn:microsoft.com/office/officeart/2005/8/layout/list1"/>
    <dgm:cxn modelId="{926F99BB-81EF-4ACF-9033-D739DE13CA46}" type="presParOf" srcId="{183A34DF-AA92-49E1-8191-0CF6AD17A6AA}" destId="{9AC30B24-DC2C-4D91-91B0-5F36ADD66224}" srcOrd="12" destOrd="0" presId="urn:microsoft.com/office/officeart/2005/8/layout/list1"/>
    <dgm:cxn modelId="{3ADDB65A-01C8-46A8-A929-795E07C256E1}" type="presParOf" srcId="{9AC30B24-DC2C-4D91-91B0-5F36ADD66224}" destId="{9E95451C-0852-4935-8AD0-304C69C81D63}" srcOrd="0" destOrd="0" presId="urn:microsoft.com/office/officeart/2005/8/layout/list1"/>
    <dgm:cxn modelId="{A4AF6A41-5D68-45C4-BEE3-1B8598FD9BDD}" type="presParOf" srcId="{9AC30B24-DC2C-4D91-91B0-5F36ADD66224}" destId="{8CAC8910-B46F-401D-912E-BA81E5433DDC}" srcOrd="1" destOrd="0" presId="urn:microsoft.com/office/officeart/2005/8/layout/list1"/>
    <dgm:cxn modelId="{E529D754-5A4A-4834-9DCB-9F2513FC4577}" type="presParOf" srcId="{183A34DF-AA92-49E1-8191-0CF6AD17A6AA}" destId="{A5E2BD9F-7924-42A2-AD45-113E7B803096}" srcOrd="13" destOrd="0" presId="urn:microsoft.com/office/officeart/2005/8/layout/list1"/>
    <dgm:cxn modelId="{5EB672AF-3B9A-4612-8DF2-0192BD0F8EDF}" type="presParOf" srcId="{183A34DF-AA92-49E1-8191-0CF6AD17A6AA}" destId="{6F7D5871-2019-413C-89A0-69FF1A0038D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983DC5-AE67-4BE2-BE8C-C08A0AE9B1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461746-326D-4B41-B272-0C068646BE9D}">
      <dgm:prSet phldrT="[Text]"/>
      <dgm:spPr/>
      <dgm:t>
        <a:bodyPr/>
        <a:lstStyle/>
        <a:p>
          <a:pPr>
            <a:buNone/>
          </a:pPr>
          <a:r>
            <a:rPr lang="en-US" b="1" dirty="0"/>
            <a:t>Research Discovery: Parse, Don't OCR</a:t>
          </a:r>
          <a:endParaRPr lang="en-US" dirty="0"/>
        </a:p>
      </dgm:t>
    </dgm:pt>
    <dgm:pt modelId="{ECC6FD45-C3A2-4781-AF26-EBCB5D94B7A8}" type="parTrans" cxnId="{045855AF-C292-4F3C-A763-D09C0D4B9698}">
      <dgm:prSet/>
      <dgm:spPr/>
      <dgm:t>
        <a:bodyPr/>
        <a:lstStyle/>
        <a:p>
          <a:endParaRPr lang="en-US"/>
        </a:p>
      </dgm:t>
    </dgm:pt>
    <dgm:pt modelId="{85B79AE4-A7A2-4AFD-B41C-D6B9B74A511F}" type="sibTrans" cxnId="{045855AF-C292-4F3C-A763-D09C0D4B9698}">
      <dgm:prSet/>
      <dgm:spPr/>
      <dgm:t>
        <a:bodyPr/>
        <a:lstStyle/>
        <a:p>
          <a:endParaRPr lang="en-US"/>
        </a:p>
      </dgm:t>
    </dgm:pt>
    <dgm:pt modelId="{8DE85126-41E7-4FAB-BADD-2FEC561CEC34}">
      <dgm:prSet phldrT="[Text]"/>
      <dgm:spPr/>
      <dgm:t>
        <a:bodyPr/>
        <a:lstStyle/>
        <a:p>
          <a:pPr>
            <a:buNone/>
          </a:pPr>
          <a:r>
            <a:rPr lang="en-US" dirty="0"/>
            <a:t>After researching alternatives, we discovered </a:t>
          </a:r>
          <a:r>
            <a:rPr lang="en-US" dirty="0" err="1"/>
            <a:t>LlamaParse</a:t>
          </a:r>
          <a:r>
            <a:rPr lang="en-US" dirty="0"/>
            <a:t> (LlamaIndex):</a:t>
          </a:r>
        </a:p>
      </dgm:t>
    </dgm:pt>
    <dgm:pt modelId="{D9F8DBBD-EC7A-4572-82FC-5A0C5BE5D6EB}" type="parTrans" cxnId="{349CA7DC-C18C-41E9-89A1-4A924846AA2E}">
      <dgm:prSet/>
      <dgm:spPr/>
      <dgm:t>
        <a:bodyPr/>
        <a:lstStyle/>
        <a:p>
          <a:endParaRPr lang="en-US"/>
        </a:p>
      </dgm:t>
    </dgm:pt>
    <dgm:pt modelId="{B85FF65B-DE78-4335-98F9-4D1B9D497F8A}" type="sibTrans" cxnId="{349CA7DC-C18C-41E9-89A1-4A924846AA2E}">
      <dgm:prSet/>
      <dgm:spPr/>
      <dgm:t>
        <a:bodyPr/>
        <a:lstStyle/>
        <a:p>
          <a:endParaRPr lang="en-US"/>
        </a:p>
      </dgm:t>
    </dgm:pt>
    <dgm:pt modelId="{A67F1185-ECE9-4BCA-AA3F-8BDFF46F9D93}">
      <dgm:prSet phldrT="[Text]"/>
      <dgm:spPr/>
      <dgm:t>
        <a:bodyPr/>
        <a:lstStyle/>
        <a:p>
          <a:pPr>
            <a:buNone/>
          </a:pPr>
          <a:r>
            <a:rPr lang="en-US" b="1" dirty="0"/>
            <a:t>Before (OCR):</a:t>
          </a:r>
          <a:endParaRPr lang="en-US" dirty="0"/>
        </a:p>
      </dgm:t>
    </dgm:pt>
    <dgm:pt modelId="{FBD0F047-79CD-46EA-8B31-414E81A91B31}" type="parTrans" cxnId="{3FCB008C-B1C1-4EE1-975B-2071F3556446}">
      <dgm:prSet/>
      <dgm:spPr/>
      <dgm:t>
        <a:bodyPr/>
        <a:lstStyle/>
        <a:p>
          <a:endParaRPr lang="en-US"/>
        </a:p>
      </dgm:t>
    </dgm:pt>
    <dgm:pt modelId="{8F6CF1FF-00C3-4D7B-B60B-EDD1029B2858}" type="sibTrans" cxnId="{3FCB008C-B1C1-4EE1-975B-2071F3556446}">
      <dgm:prSet/>
      <dgm:spPr/>
      <dgm:t>
        <a:bodyPr/>
        <a:lstStyle/>
        <a:p>
          <a:endParaRPr lang="en-US"/>
        </a:p>
      </dgm:t>
    </dgm:pt>
    <dgm:pt modelId="{97C993C4-1581-415E-B6EB-8FB0FA9DB4A1}">
      <dgm:prSet phldrT="[Text]"/>
      <dgm:spPr/>
      <dgm:t>
        <a:bodyPr/>
        <a:lstStyle/>
        <a:p>
          <a:pPr>
            <a:buNone/>
          </a:pPr>
          <a:r>
            <a:rPr lang="en-US" dirty="0"/>
            <a:t>To add fractions 1 2 + 1 3 first find LCD</a:t>
          </a:r>
          <a:br>
            <a:rPr lang="en-US" dirty="0"/>
          </a:br>
          <a:r>
            <a:rPr lang="en-US" dirty="0"/>
            <a:t>The LCD of 2 and 3 is 6</a:t>
          </a:r>
          <a:br>
            <a:rPr lang="en-US" dirty="0"/>
          </a:br>
          <a:r>
            <a:rPr lang="en-US" dirty="0"/>
            <a:t>So 1 2 = 3 6 and 1 3 = 2 6</a:t>
          </a:r>
        </a:p>
      </dgm:t>
    </dgm:pt>
    <dgm:pt modelId="{F8F2256A-ADB8-45D4-8DA8-22E1453B18DD}" type="parTrans" cxnId="{D07BD6CB-9EF1-413C-B066-D44F29186FE1}">
      <dgm:prSet/>
      <dgm:spPr/>
      <dgm:t>
        <a:bodyPr/>
        <a:lstStyle/>
        <a:p>
          <a:endParaRPr lang="en-US"/>
        </a:p>
      </dgm:t>
    </dgm:pt>
    <dgm:pt modelId="{483FF53E-B064-474D-B90B-34A45DA3E0AC}" type="sibTrans" cxnId="{D07BD6CB-9EF1-413C-B066-D44F29186FE1}">
      <dgm:prSet/>
      <dgm:spPr/>
      <dgm:t>
        <a:bodyPr/>
        <a:lstStyle/>
        <a:p>
          <a:endParaRPr lang="en-US"/>
        </a:p>
      </dgm:t>
    </dgm:pt>
    <dgm:pt modelId="{95A4E075-A380-4E1B-A090-D895D5A4AC2B}">
      <dgm:prSet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dirty="0"/>
            <a:t>AI-powered document parsing (not simple OCR)</a:t>
          </a:r>
        </a:p>
      </dgm:t>
    </dgm:pt>
    <dgm:pt modelId="{2B04DA9C-0103-4F25-92B9-BF57835AF0AF}" type="parTrans" cxnId="{861A88D7-270C-4E94-AF10-51020BE7FA57}">
      <dgm:prSet/>
      <dgm:spPr/>
      <dgm:t>
        <a:bodyPr/>
        <a:lstStyle/>
        <a:p>
          <a:endParaRPr lang="en-US"/>
        </a:p>
      </dgm:t>
    </dgm:pt>
    <dgm:pt modelId="{81E69C81-8CE2-4C8D-AEFA-E2FF60B35B7D}" type="sibTrans" cxnId="{861A88D7-270C-4E94-AF10-51020BE7FA57}">
      <dgm:prSet/>
      <dgm:spPr/>
      <dgm:t>
        <a:bodyPr/>
        <a:lstStyle/>
        <a:p>
          <a:endParaRPr lang="en-US"/>
        </a:p>
      </dgm:t>
    </dgm:pt>
    <dgm:pt modelId="{E973999D-B48D-4BEC-8004-6A36761AA5E0}">
      <dgm:prSet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/>
            <a:t>Understands document structure</a:t>
          </a:r>
        </a:p>
      </dgm:t>
    </dgm:pt>
    <dgm:pt modelId="{CCE30977-7C49-4F51-8F0C-353C1B07F686}" type="parTrans" cxnId="{F8CCF62E-AF8D-4216-BA7D-99D837FA4257}">
      <dgm:prSet/>
      <dgm:spPr/>
      <dgm:t>
        <a:bodyPr/>
        <a:lstStyle/>
        <a:p>
          <a:endParaRPr lang="en-US"/>
        </a:p>
      </dgm:t>
    </dgm:pt>
    <dgm:pt modelId="{C82E265E-BFF0-44E8-A9D6-C37D7F515271}" type="sibTrans" cxnId="{F8CCF62E-AF8D-4216-BA7D-99D837FA4257}">
      <dgm:prSet/>
      <dgm:spPr/>
      <dgm:t>
        <a:bodyPr/>
        <a:lstStyle/>
        <a:p>
          <a:endParaRPr lang="en-US"/>
        </a:p>
      </dgm:t>
    </dgm:pt>
    <dgm:pt modelId="{8F72F1D2-95DC-4C20-B66E-7B34AA93A4C4}">
      <dgm:prSet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/>
            <a:t>Preserves mathematical notation</a:t>
          </a:r>
        </a:p>
      </dgm:t>
    </dgm:pt>
    <dgm:pt modelId="{36489599-1EED-47AB-A6B8-AFF8EAFE277E}" type="parTrans" cxnId="{750473B8-73B0-40E2-9507-78FCB60CB015}">
      <dgm:prSet/>
      <dgm:spPr/>
      <dgm:t>
        <a:bodyPr/>
        <a:lstStyle/>
        <a:p>
          <a:endParaRPr lang="en-US"/>
        </a:p>
      </dgm:t>
    </dgm:pt>
    <dgm:pt modelId="{37A90625-95F2-4A9D-BF96-65A611EE1985}" type="sibTrans" cxnId="{750473B8-73B0-40E2-9507-78FCB60CB015}">
      <dgm:prSet/>
      <dgm:spPr/>
      <dgm:t>
        <a:bodyPr/>
        <a:lstStyle/>
        <a:p>
          <a:endParaRPr lang="en-US"/>
        </a:p>
      </dgm:t>
    </dgm:pt>
    <dgm:pt modelId="{610DCA4A-221E-46A8-96F7-B401EF8A3923}">
      <dgm:prSet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/>
            <a:t>Outputs clean Markdown files</a:t>
          </a:r>
        </a:p>
      </dgm:t>
    </dgm:pt>
    <dgm:pt modelId="{3B3447A8-9A04-4098-8D4D-3F3410386EB0}" type="parTrans" cxnId="{663F9559-85D9-4D33-AEA3-4428714E8297}">
      <dgm:prSet/>
      <dgm:spPr/>
      <dgm:t>
        <a:bodyPr/>
        <a:lstStyle/>
        <a:p>
          <a:endParaRPr lang="en-US"/>
        </a:p>
      </dgm:t>
    </dgm:pt>
    <dgm:pt modelId="{D8767AEB-9BA2-470D-A6BB-E24E0084EF61}" type="sibTrans" cxnId="{663F9559-85D9-4D33-AEA3-4428714E8297}">
      <dgm:prSet/>
      <dgm:spPr/>
      <dgm:t>
        <a:bodyPr/>
        <a:lstStyle/>
        <a:p>
          <a:endParaRPr lang="en-US"/>
        </a:p>
      </dgm:t>
    </dgm:pt>
    <dgm:pt modelId="{71A9FBA7-3802-4DFB-913E-8DDD96FBF047}">
      <dgm:prSet phldrT="[Text]"/>
      <dgm:spPr/>
      <dgm:t>
        <a:bodyPr/>
        <a:lstStyle/>
        <a:p>
          <a:pPr>
            <a:buNone/>
          </a:pPr>
          <a:r>
            <a:rPr lang="en-US" b="1" dirty="0"/>
            <a:t>After (</a:t>
          </a:r>
          <a:r>
            <a:rPr lang="en-US" b="1" dirty="0" err="1"/>
            <a:t>LlamaParse</a:t>
          </a:r>
          <a:r>
            <a:rPr lang="en-US" b="1" dirty="0"/>
            <a:t> → MD):</a:t>
          </a:r>
          <a:endParaRPr lang="en-US" dirty="0"/>
        </a:p>
      </dgm:t>
    </dgm:pt>
    <dgm:pt modelId="{096CD51A-64F7-495B-8DFE-34E1A9192FC3}" type="parTrans" cxnId="{129E9649-0D04-4701-B5A6-F86813C9C045}">
      <dgm:prSet/>
      <dgm:spPr/>
      <dgm:t>
        <a:bodyPr/>
        <a:lstStyle/>
        <a:p>
          <a:endParaRPr lang="en-US"/>
        </a:p>
      </dgm:t>
    </dgm:pt>
    <dgm:pt modelId="{1254E3E6-12BC-4D03-9BD2-98642100871F}" type="sibTrans" cxnId="{129E9649-0D04-4701-B5A6-F86813C9C045}">
      <dgm:prSet/>
      <dgm:spPr/>
      <dgm:t>
        <a:bodyPr/>
        <a:lstStyle/>
        <a:p>
          <a:endParaRPr lang="en-US"/>
        </a:p>
      </dgm:t>
    </dgm:pt>
    <dgm:pt modelId="{23BAA1E6-CD4C-473F-B764-56694FB02284}">
      <dgm:prSet phldrT="[Text]"/>
      <dgm:spPr/>
      <dgm:t>
        <a:bodyPr/>
        <a:lstStyle/>
        <a:p>
          <a:pPr>
            <a:buNone/>
          </a:pPr>
          <a:r>
            <a:rPr lang="en-US" dirty="0"/>
            <a:t>## Adding Fractions with Different Denominators</a:t>
          </a:r>
          <a:br>
            <a:rPr lang="en-US" dirty="0"/>
          </a:br>
          <a:br>
            <a:rPr lang="en-US" dirty="0"/>
          </a:br>
          <a:r>
            <a:rPr lang="en-US" dirty="0"/>
            <a:t>To add fractions 1/2 + 1/3:</a:t>
          </a:r>
          <a:br>
            <a:rPr lang="en-US" dirty="0"/>
          </a:br>
          <a:r>
            <a:rPr lang="en-US" dirty="0"/>
            <a:t>1. Find the LCD of 2 and 3 = 6</a:t>
          </a:r>
          <a:br>
            <a:rPr lang="en-US" dirty="0"/>
          </a:br>
          <a:r>
            <a:rPr lang="en-US" dirty="0"/>
            <a:t>2. Convert: 1/2 = 3/6 and 1/3 = 2/6</a:t>
          </a:r>
          <a:br>
            <a:rPr lang="en-US" dirty="0"/>
          </a:br>
          <a:r>
            <a:rPr lang="en-US" dirty="0"/>
            <a:t>3. Add: 3/6 + 2/6 = 5/6</a:t>
          </a:r>
        </a:p>
      </dgm:t>
    </dgm:pt>
    <dgm:pt modelId="{3A452905-E0AC-4902-BD25-6C7B74C114A6}" type="parTrans" cxnId="{5D291FEE-87BA-4CA6-A093-4CE2D808CFE1}">
      <dgm:prSet/>
      <dgm:spPr/>
      <dgm:t>
        <a:bodyPr/>
        <a:lstStyle/>
        <a:p>
          <a:endParaRPr lang="en-US"/>
        </a:p>
      </dgm:t>
    </dgm:pt>
    <dgm:pt modelId="{EC103CF6-DFEF-406E-B020-FD7DFE6EB78E}" type="sibTrans" cxnId="{5D291FEE-87BA-4CA6-A093-4CE2D808CFE1}">
      <dgm:prSet/>
      <dgm:spPr/>
      <dgm:t>
        <a:bodyPr/>
        <a:lstStyle/>
        <a:p>
          <a:endParaRPr lang="en-US"/>
        </a:p>
      </dgm:t>
    </dgm:pt>
    <dgm:pt modelId="{D157BD36-8A03-4C67-BD5D-46116D91AC49}" type="pres">
      <dgm:prSet presAssocID="{00983DC5-AE67-4BE2-BE8C-C08A0AE9B173}" presName="linear" presStyleCnt="0">
        <dgm:presLayoutVars>
          <dgm:animLvl val="lvl"/>
          <dgm:resizeHandles val="exact"/>
        </dgm:presLayoutVars>
      </dgm:prSet>
      <dgm:spPr/>
    </dgm:pt>
    <dgm:pt modelId="{1813BBBB-0A0B-4476-85CB-8A0D7DAD41F3}" type="pres">
      <dgm:prSet presAssocID="{0D461746-326D-4B41-B272-0C068646BE9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C0CBD8B-D35F-4E2E-AA4F-A5CCA8F7E496}" type="pres">
      <dgm:prSet presAssocID="{0D461746-326D-4B41-B272-0C068646BE9D}" presName="childText" presStyleLbl="revTx" presStyleIdx="0" presStyleCnt="3">
        <dgm:presLayoutVars>
          <dgm:bulletEnabled val="1"/>
        </dgm:presLayoutVars>
      </dgm:prSet>
      <dgm:spPr/>
    </dgm:pt>
    <dgm:pt modelId="{A1B9A1CA-10EC-4D24-B777-0F7A565353F1}" type="pres">
      <dgm:prSet presAssocID="{A67F1185-ECE9-4BCA-AA3F-8BDFF46F9D9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F91C22-4B65-4C65-A1EB-FE91BC0D44E3}" type="pres">
      <dgm:prSet presAssocID="{A67F1185-ECE9-4BCA-AA3F-8BDFF46F9D93}" presName="childText" presStyleLbl="revTx" presStyleIdx="1" presStyleCnt="3">
        <dgm:presLayoutVars>
          <dgm:bulletEnabled val="1"/>
        </dgm:presLayoutVars>
      </dgm:prSet>
      <dgm:spPr/>
    </dgm:pt>
    <dgm:pt modelId="{2A6147A7-5791-4EAC-9ADA-C3592241A73F}" type="pres">
      <dgm:prSet presAssocID="{71A9FBA7-3802-4DFB-913E-8DDD96FBF04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A1C415B-75A3-447D-A25D-C39EDA941567}" type="pres">
      <dgm:prSet presAssocID="{71A9FBA7-3802-4DFB-913E-8DDD96FBF047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643BBE1A-7E04-490F-A7AC-FD82CCE5A600}" type="presOf" srcId="{95A4E075-A380-4E1B-A090-D895D5A4AC2B}" destId="{DC0CBD8B-D35F-4E2E-AA4F-A5CCA8F7E496}" srcOrd="0" destOrd="1" presId="urn:microsoft.com/office/officeart/2005/8/layout/vList2"/>
    <dgm:cxn modelId="{F8CCF62E-AF8D-4216-BA7D-99D837FA4257}" srcId="{8DE85126-41E7-4FAB-BADD-2FEC561CEC34}" destId="{E973999D-B48D-4BEC-8004-6A36761AA5E0}" srcOrd="1" destOrd="0" parTransId="{CCE30977-7C49-4F51-8F0C-353C1B07F686}" sibTransId="{C82E265E-BFF0-44E8-A9D6-C37D7F515271}"/>
    <dgm:cxn modelId="{59DF3B60-1619-4F0C-BB6E-174D9DE3A9D0}" type="presOf" srcId="{71A9FBA7-3802-4DFB-913E-8DDD96FBF047}" destId="{2A6147A7-5791-4EAC-9ADA-C3592241A73F}" srcOrd="0" destOrd="0" presId="urn:microsoft.com/office/officeart/2005/8/layout/vList2"/>
    <dgm:cxn modelId="{2DA93367-24AD-442B-AF41-8D27FFA613DB}" type="presOf" srcId="{A67F1185-ECE9-4BCA-AA3F-8BDFF46F9D93}" destId="{A1B9A1CA-10EC-4D24-B777-0F7A565353F1}" srcOrd="0" destOrd="0" presId="urn:microsoft.com/office/officeart/2005/8/layout/vList2"/>
    <dgm:cxn modelId="{129E9649-0D04-4701-B5A6-F86813C9C045}" srcId="{00983DC5-AE67-4BE2-BE8C-C08A0AE9B173}" destId="{71A9FBA7-3802-4DFB-913E-8DDD96FBF047}" srcOrd="2" destOrd="0" parTransId="{096CD51A-64F7-495B-8DFE-34E1A9192FC3}" sibTransId="{1254E3E6-12BC-4D03-9BD2-98642100871F}"/>
    <dgm:cxn modelId="{647DFC74-4E9F-4546-A9AC-D36050143DB2}" type="presOf" srcId="{610DCA4A-221E-46A8-96F7-B401EF8A3923}" destId="{DC0CBD8B-D35F-4E2E-AA4F-A5CCA8F7E496}" srcOrd="0" destOrd="4" presId="urn:microsoft.com/office/officeart/2005/8/layout/vList2"/>
    <dgm:cxn modelId="{663F9559-85D9-4D33-AEA3-4428714E8297}" srcId="{8DE85126-41E7-4FAB-BADD-2FEC561CEC34}" destId="{610DCA4A-221E-46A8-96F7-B401EF8A3923}" srcOrd="3" destOrd="0" parTransId="{3B3447A8-9A04-4098-8D4D-3F3410386EB0}" sibTransId="{D8767AEB-9BA2-470D-A6BB-E24E0084EF61}"/>
    <dgm:cxn modelId="{1DEA755A-B005-44E8-BF25-EA4010469C44}" type="presOf" srcId="{8DE85126-41E7-4FAB-BADD-2FEC561CEC34}" destId="{DC0CBD8B-D35F-4E2E-AA4F-A5CCA8F7E496}" srcOrd="0" destOrd="0" presId="urn:microsoft.com/office/officeart/2005/8/layout/vList2"/>
    <dgm:cxn modelId="{3FCB008C-B1C1-4EE1-975B-2071F3556446}" srcId="{00983DC5-AE67-4BE2-BE8C-C08A0AE9B173}" destId="{A67F1185-ECE9-4BCA-AA3F-8BDFF46F9D93}" srcOrd="1" destOrd="0" parTransId="{FBD0F047-79CD-46EA-8B31-414E81A91B31}" sibTransId="{8F6CF1FF-00C3-4D7B-B60B-EDD1029B2858}"/>
    <dgm:cxn modelId="{7916EF93-0CF3-472F-BAA4-7B58777F38D6}" type="presOf" srcId="{00983DC5-AE67-4BE2-BE8C-C08A0AE9B173}" destId="{D157BD36-8A03-4C67-BD5D-46116D91AC49}" srcOrd="0" destOrd="0" presId="urn:microsoft.com/office/officeart/2005/8/layout/vList2"/>
    <dgm:cxn modelId="{045855AF-C292-4F3C-A763-D09C0D4B9698}" srcId="{00983DC5-AE67-4BE2-BE8C-C08A0AE9B173}" destId="{0D461746-326D-4B41-B272-0C068646BE9D}" srcOrd="0" destOrd="0" parTransId="{ECC6FD45-C3A2-4781-AF26-EBCB5D94B7A8}" sibTransId="{85B79AE4-A7A2-4AFD-B41C-D6B9B74A511F}"/>
    <dgm:cxn modelId="{750473B8-73B0-40E2-9507-78FCB60CB015}" srcId="{8DE85126-41E7-4FAB-BADD-2FEC561CEC34}" destId="{8F72F1D2-95DC-4C20-B66E-7B34AA93A4C4}" srcOrd="2" destOrd="0" parTransId="{36489599-1EED-47AB-A6B8-AFF8EAFE277E}" sibTransId="{37A90625-95F2-4A9D-BF96-65A611EE1985}"/>
    <dgm:cxn modelId="{80B202BA-543E-41B3-891E-F1941ACF3EDC}" type="presOf" srcId="{97C993C4-1581-415E-B6EB-8FB0FA9DB4A1}" destId="{B4F91C22-4B65-4C65-A1EB-FE91BC0D44E3}" srcOrd="0" destOrd="0" presId="urn:microsoft.com/office/officeart/2005/8/layout/vList2"/>
    <dgm:cxn modelId="{D07BD6CB-9EF1-413C-B066-D44F29186FE1}" srcId="{A67F1185-ECE9-4BCA-AA3F-8BDFF46F9D93}" destId="{97C993C4-1581-415E-B6EB-8FB0FA9DB4A1}" srcOrd="0" destOrd="0" parTransId="{F8F2256A-ADB8-45D4-8DA8-22E1453B18DD}" sibTransId="{483FF53E-B064-474D-B90B-34A45DA3E0AC}"/>
    <dgm:cxn modelId="{A669DBD3-5872-45CC-BEA4-E7578BE236D6}" type="presOf" srcId="{E973999D-B48D-4BEC-8004-6A36761AA5E0}" destId="{DC0CBD8B-D35F-4E2E-AA4F-A5CCA8F7E496}" srcOrd="0" destOrd="2" presId="urn:microsoft.com/office/officeart/2005/8/layout/vList2"/>
    <dgm:cxn modelId="{861A88D7-270C-4E94-AF10-51020BE7FA57}" srcId="{8DE85126-41E7-4FAB-BADD-2FEC561CEC34}" destId="{95A4E075-A380-4E1B-A090-D895D5A4AC2B}" srcOrd="0" destOrd="0" parTransId="{2B04DA9C-0103-4F25-92B9-BF57835AF0AF}" sibTransId="{81E69C81-8CE2-4C8D-AEFA-E2FF60B35B7D}"/>
    <dgm:cxn modelId="{349CA7DC-C18C-41E9-89A1-4A924846AA2E}" srcId="{0D461746-326D-4B41-B272-0C068646BE9D}" destId="{8DE85126-41E7-4FAB-BADD-2FEC561CEC34}" srcOrd="0" destOrd="0" parTransId="{D9F8DBBD-EC7A-4572-82FC-5A0C5BE5D6EB}" sibTransId="{B85FF65B-DE78-4335-98F9-4D1B9D497F8A}"/>
    <dgm:cxn modelId="{558EB9EC-128D-4DE1-B5BB-568AACE80C28}" type="presOf" srcId="{8F72F1D2-95DC-4C20-B66E-7B34AA93A4C4}" destId="{DC0CBD8B-D35F-4E2E-AA4F-A5CCA8F7E496}" srcOrd="0" destOrd="3" presId="urn:microsoft.com/office/officeart/2005/8/layout/vList2"/>
    <dgm:cxn modelId="{5D291FEE-87BA-4CA6-A093-4CE2D808CFE1}" srcId="{71A9FBA7-3802-4DFB-913E-8DDD96FBF047}" destId="{23BAA1E6-CD4C-473F-B764-56694FB02284}" srcOrd="0" destOrd="0" parTransId="{3A452905-E0AC-4902-BD25-6C7B74C114A6}" sibTransId="{EC103CF6-DFEF-406E-B020-FD7DFE6EB78E}"/>
    <dgm:cxn modelId="{9D1C0DF3-2A26-44B4-B573-E41CB9F36F8F}" type="presOf" srcId="{0D461746-326D-4B41-B272-0C068646BE9D}" destId="{1813BBBB-0A0B-4476-85CB-8A0D7DAD41F3}" srcOrd="0" destOrd="0" presId="urn:microsoft.com/office/officeart/2005/8/layout/vList2"/>
    <dgm:cxn modelId="{B610D7F7-026F-462C-BAD7-1F52554F2223}" type="presOf" srcId="{23BAA1E6-CD4C-473F-B764-56694FB02284}" destId="{1A1C415B-75A3-447D-A25D-C39EDA941567}" srcOrd="0" destOrd="0" presId="urn:microsoft.com/office/officeart/2005/8/layout/vList2"/>
    <dgm:cxn modelId="{10240FF5-0DC4-4C60-8E6B-8D486C70D792}" type="presParOf" srcId="{D157BD36-8A03-4C67-BD5D-46116D91AC49}" destId="{1813BBBB-0A0B-4476-85CB-8A0D7DAD41F3}" srcOrd="0" destOrd="0" presId="urn:microsoft.com/office/officeart/2005/8/layout/vList2"/>
    <dgm:cxn modelId="{111E8249-06CD-4A36-BB43-0F132FE75FED}" type="presParOf" srcId="{D157BD36-8A03-4C67-BD5D-46116D91AC49}" destId="{DC0CBD8B-D35F-4E2E-AA4F-A5CCA8F7E496}" srcOrd="1" destOrd="0" presId="urn:microsoft.com/office/officeart/2005/8/layout/vList2"/>
    <dgm:cxn modelId="{9B6F4CDD-F2C6-4909-B753-04983C15E63E}" type="presParOf" srcId="{D157BD36-8A03-4C67-BD5D-46116D91AC49}" destId="{A1B9A1CA-10EC-4D24-B777-0F7A565353F1}" srcOrd="2" destOrd="0" presId="urn:microsoft.com/office/officeart/2005/8/layout/vList2"/>
    <dgm:cxn modelId="{D53EB6E2-AE2C-4555-9077-ABBD73AECE8F}" type="presParOf" srcId="{D157BD36-8A03-4C67-BD5D-46116D91AC49}" destId="{B4F91C22-4B65-4C65-A1EB-FE91BC0D44E3}" srcOrd="3" destOrd="0" presId="urn:microsoft.com/office/officeart/2005/8/layout/vList2"/>
    <dgm:cxn modelId="{4E68F08C-7684-473C-9A62-2BDEEEFB683F}" type="presParOf" srcId="{D157BD36-8A03-4C67-BD5D-46116D91AC49}" destId="{2A6147A7-5791-4EAC-9ADA-C3592241A73F}" srcOrd="4" destOrd="0" presId="urn:microsoft.com/office/officeart/2005/8/layout/vList2"/>
    <dgm:cxn modelId="{90C57724-4F4C-42D4-82B0-36F10117AF29}" type="presParOf" srcId="{D157BD36-8A03-4C67-BD5D-46116D91AC49}" destId="{1A1C415B-75A3-447D-A25D-C39EDA94156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0983DC5-AE67-4BE2-BE8C-C08A0AE9B1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461746-326D-4B41-B272-0C068646BE9D}">
      <dgm:prSet phldrT="[Text]" custT="1"/>
      <dgm:spPr/>
      <dgm:t>
        <a:bodyPr/>
        <a:lstStyle/>
        <a:p>
          <a:pPr>
            <a:buNone/>
          </a:pPr>
          <a:r>
            <a:rPr lang="en-US" sz="2400" b="1" dirty="0"/>
            <a:t>Why Single Retrieval Method Fails</a:t>
          </a:r>
          <a:endParaRPr lang="en-US" sz="2400" dirty="0"/>
        </a:p>
      </dgm:t>
    </dgm:pt>
    <dgm:pt modelId="{ECC6FD45-C3A2-4781-AF26-EBCB5D94B7A8}" type="parTrans" cxnId="{045855AF-C292-4F3C-A763-D09C0D4B9698}">
      <dgm:prSet/>
      <dgm:spPr/>
      <dgm:t>
        <a:bodyPr/>
        <a:lstStyle/>
        <a:p>
          <a:endParaRPr lang="en-US"/>
        </a:p>
      </dgm:t>
    </dgm:pt>
    <dgm:pt modelId="{85B79AE4-A7A2-4AFD-B41C-D6B9B74A511F}" type="sibTrans" cxnId="{045855AF-C292-4F3C-A763-D09C0D4B9698}">
      <dgm:prSet/>
      <dgm:spPr/>
      <dgm:t>
        <a:bodyPr/>
        <a:lstStyle/>
        <a:p>
          <a:endParaRPr lang="en-US"/>
        </a:p>
      </dgm:t>
    </dgm:pt>
    <dgm:pt modelId="{A67F1185-ECE9-4BCA-AA3F-8BDFF46F9D93}">
      <dgm:prSet phldrT="[Text]"/>
      <dgm:spPr/>
      <dgm:t>
        <a:bodyPr/>
        <a:lstStyle/>
        <a:p>
          <a:pPr>
            <a:buNone/>
          </a:pPr>
          <a:r>
            <a:rPr lang="en-US" b="1" dirty="0"/>
            <a:t>Our Hybrid Solution:</a:t>
          </a:r>
          <a:endParaRPr lang="en-US" dirty="0"/>
        </a:p>
      </dgm:t>
    </dgm:pt>
    <dgm:pt modelId="{FBD0F047-79CD-46EA-8B31-414E81A91B31}" type="parTrans" cxnId="{3FCB008C-B1C1-4EE1-975B-2071F3556446}">
      <dgm:prSet/>
      <dgm:spPr/>
      <dgm:t>
        <a:bodyPr/>
        <a:lstStyle/>
        <a:p>
          <a:endParaRPr lang="en-US"/>
        </a:p>
      </dgm:t>
    </dgm:pt>
    <dgm:pt modelId="{8F6CF1FF-00C3-4D7B-B60B-EDD1029B2858}" type="sibTrans" cxnId="{3FCB008C-B1C1-4EE1-975B-2071F3556446}">
      <dgm:prSet/>
      <dgm:spPr/>
      <dgm:t>
        <a:bodyPr/>
        <a:lstStyle/>
        <a:p>
          <a:endParaRPr lang="en-US"/>
        </a:p>
      </dgm:t>
    </dgm:pt>
    <dgm:pt modelId="{97C993C4-1581-415E-B6EB-8FB0FA9DB4A1}">
      <dgm:prSet phldrT="[Text]" custT="1"/>
      <dgm:spPr/>
      <dgm:t>
        <a:bodyPr/>
        <a:lstStyle/>
        <a:p>
          <a:pPr>
            <a:buNone/>
          </a:pPr>
          <a:r>
            <a:rPr lang="en-US" sz="1800" dirty="0"/>
            <a:t>Math: 65% Dense + 35% BM25 + </a:t>
          </a:r>
          <a:r>
            <a:rPr lang="en-US" sz="1800" dirty="0" err="1"/>
            <a:t>CrossEncoder</a:t>
          </a:r>
          <a:r>
            <a:rPr lang="en-US" sz="1800" dirty="0"/>
            <a:t> Reranking</a:t>
          </a:r>
        </a:p>
      </dgm:t>
    </dgm:pt>
    <dgm:pt modelId="{F8F2256A-ADB8-45D4-8DA8-22E1453B18DD}" type="parTrans" cxnId="{D07BD6CB-9EF1-413C-B066-D44F29186FE1}">
      <dgm:prSet/>
      <dgm:spPr/>
      <dgm:t>
        <a:bodyPr/>
        <a:lstStyle/>
        <a:p>
          <a:endParaRPr lang="en-US"/>
        </a:p>
      </dgm:t>
    </dgm:pt>
    <dgm:pt modelId="{483FF53E-B064-474D-B90B-34A45DA3E0AC}" type="sibTrans" cxnId="{D07BD6CB-9EF1-413C-B066-D44F29186FE1}">
      <dgm:prSet/>
      <dgm:spPr/>
      <dgm:t>
        <a:bodyPr/>
        <a:lstStyle/>
        <a:p>
          <a:endParaRPr lang="en-US"/>
        </a:p>
      </dgm:t>
    </dgm:pt>
    <dgm:pt modelId="{71A9FBA7-3802-4DFB-913E-8DDD96FBF047}">
      <dgm:prSet phldrT="[Text]"/>
      <dgm:spPr/>
      <dgm:t>
        <a:bodyPr/>
        <a:lstStyle/>
        <a:p>
          <a:pPr>
            <a:buNone/>
          </a:pPr>
          <a:r>
            <a:rPr lang="en-US" b="1" dirty="0"/>
            <a:t>Reciprocal Rank Fusion (RRF):</a:t>
          </a:r>
          <a:endParaRPr lang="en-US" dirty="0"/>
        </a:p>
      </dgm:t>
    </dgm:pt>
    <dgm:pt modelId="{096CD51A-64F7-495B-8DFE-34E1A9192FC3}" type="parTrans" cxnId="{129E9649-0D04-4701-B5A6-F86813C9C045}">
      <dgm:prSet/>
      <dgm:spPr/>
      <dgm:t>
        <a:bodyPr/>
        <a:lstStyle/>
        <a:p>
          <a:endParaRPr lang="en-US"/>
        </a:p>
      </dgm:t>
    </dgm:pt>
    <dgm:pt modelId="{1254E3E6-12BC-4D03-9BD2-98642100871F}" type="sibTrans" cxnId="{129E9649-0D04-4701-B5A6-F86813C9C045}">
      <dgm:prSet/>
      <dgm:spPr/>
      <dgm:t>
        <a:bodyPr/>
        <a:lstStyle/>
        <a:p>
          <a:endParaRPr lang="en-US"/>
        </a:p>
      </dgm:t>
    </dgm:pt>
    <dgm:pt modelId="{23BAA1E6-CD4C-473F-B764-56694FB02284}">
      <dgm:prSet phldrT="[Text]" custT="1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sz="1800" dirty="0"/>
            <a:t>Document in both lists → boosted score</a:t>
          </a:r>
        </a:p>
      </dgm:t>
    </dgm:pt>
    <dgm:pt modelId="{3A452905-E0AC-4902-BD25-6C7B74C114A6}" type="parTrans" cxnId="{5D291FEE-87BA-4CA6-A093-4CE2D808CFE1}">
      <dgm:prSet/>
      <dgm:spPr/>
      <dgm:t>
        <a:bodyPr/>
        <a:lstStyle/>
        <a:p>
          <a:endParaRPr lang="en-US"/>
        </a:p>
      </dgm:t>
    </dgm:pt>
    <dgm:pt modelId="{EC103CF6-DFEF-406E-B020-FD7DFE6EB78E}" type="sibTrans" cxnId="{5D291FEE-87BA-4CA6-A093-4CE2D808CFE1}">
      <dgm:prSet/>
      <dgm:spPr/>
      <dgm:t>
        <a:bodyPr/>
        <a:lstStyle/>
        <a:p>
          <a:endParaRPr lang="en-US"/>
        </a:p>
      </dgm:t>
    </dgm:pt>
    <dgm:pt modelId="{2E9996C6-053E-4B9C-892A-B9F24763C790}">
      <dgm:prSet phldrT="[Text]"/>
      <dgm:spPr/>
      <dgm:t>
        <a:bodyPr/>
        <a:lstStyle/>
        <a:p>
          <a:pPr>
            <a:buNone/>
          </a:pPr>
          <a:endParaRPr lang="en-US" dirty="0"/>
        </a:p>
      </dgm:t>
    </dgm:pt>
    <dgm:pt modelId="{61647673-2206-422A-BCCF-F6FE75FDCDEE}" type="parTrans" cxnId="{35339D76-01FF-46E1-AADE-4B0B559CF70F}">
      <dgm:prSet/>
      <dgm:spPr/>
      <dgm:t>
        <a:bodyPr/>
        <a:lstStyle/>
        <a:p>
          <a:endParaRPr lang="en-US"/>
        </a:p>
      </dgm:t>
    </dgm:pt>
    <dgm:pt modelId="{29CAA6FB-6A99-440A-AA0B-A99BD1F0B42A}" type="sibTrans" cxnId="{35339D76-01FF-46E1-AADE-4B0B559CF70F}">
      <dgm:prSet/>
      <dgm:spPr/>
      <dgm:t>
        <a:bodyPr/>
        <a:lstStyle/>
        <a:p>
          <a:endParaRPr lang="en-US"/>
        </a:p>
      </dgm:t>
    </dgm:pt>
    <dgm:pt modelId="{D10DE206-0408-4FDC-BC40-AFA3A0B4FB21}">
      <dgm:prSet custT="1"/>
      <dgm:spPr/>
      <dgm:t>
        <a:bodyPr/>
        <a:lstStyle/>
        <a:p>
          <a:pPr>
            <a:buNone/>
          </a:pPr>
          <a:r>
            <a:rPr lang="en-US" sz="1800" dirty="0"/>
            <a:t>Science/Computer: RRF Fusion + Keyword Gating</a:t>
          </a:r>
        </a:p>
      </dgm:t>
    </dgm:pt>
    <dgm:pt modelId="{E6E10D2A-8C44-42A5-B9AB-E12338FB9548}" type="parTrans" cxnId="{B87A64B0-E43F-4464-B71A-C2A2C4A6FD34}">
      <dgm:prSet/>
      <dgm:spPr/>
      <dgm:t>
        <a:bodyPr/>
        <a:lstStyle/>
        <a:p>
          <a:endParaRPr lang="en-US"/>
        </a:p>
      </dgm:t>
    </dgm:pt>
    <dgm:pt modelId="{4023317D-A352-43D2-8D85-AFBFCD8013BD}" type="sibTrans" cxnId="{B87A64B0-E43F-4464-B71A-C2A2C4A6FD34}">
      <dgm:prSet/>
      <dgm:spPr/>
      <dgm:t>
        <a:bodyPr/>
        <a:lstStyle/>
        <a:p>
          <a:endParaRPr lang="en-US"/>
        </a:p>
      </dgm:t>
    </dgm:pt>
    <dgm:pt modelId="{8776872A-43CB-4C77-9742-22EAE4964291}">
      <dgm:prSet custT="1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sz="1800" dirty="0"/>
            <a:t>Document in one list → lower score</a:t>
          </a:r>
        </a:p>
      </dgm:t>
    </dgm:pt>
    <dgm:pt modelId="{704A9616-CF22-4D9E-9E59-925CD265BD76}" type="parTrans" cxnId="{9F67D043-602A-473E-A1E6-C2DE5B348A10}">
      <dgm:prSet/>
      <dgm:spPr/>
      <dgm:t>
        <a:bodyPr/>
        <a:lstStyle/>
        <a:p>
          <a:endParaRPr lang="en-US"/>
        </a:p>
      </dgm:t>
    </dgm:pt>
    <dgm:pt modelId="{51B39F87-A167-411E-9582-FC7315BD593A}" type="sibTrans" cxnId="{9F67D043-602A-473E-A1E6-C2DE5B348A10}">
      <dgm:prSet/>
      <dgm:spPr/>
      <dgm:t>
        <a:bodyPr/>
        <a:lstStyle/>
        <a:p>
          <a:endParaRPr lang="en-US"/>
        </a:p>
      </dgm:t>
    </dgm:pt>
    <dgm:pt modelId="{0ABCCD3D-E6C9-4944-A0ED-2AE91030FD0F}">
      <dgm:prSet custT="1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sz="1800" dirty="0"/>
            <a:t>Best of both worlds</a:t>
          </a:r>
        </a:p>
      </dgm:t>
    </dgm:pt>
    <dgm:pt modelId="{76B03612-0A96-4CDA-B6C0-37198834AFD4}" type="parTrans" cxnId="{C7D6BAC1-3961-4E29-BEA3-5DADFF3DC37D}">
      <dgm:prSet/>
      <dgm:spPr/>
      <dgm:t>
        <a:bodyPr/>
        <a:lstStyle/>
        <a:p>
          <a:endParaRPr lang="en-US"/>
        </a:p>
      </dgm:t>
    </dgm:pt>
    <dgm:pt modelId="{3EFBD119-8642-4426-B463-9B9E96A0AF2F}" type="sibTrans" cxnId="{C7D6BAC1-3961-4E29-BEA3-5DADFF3DC37D}">
      <dgm:prSet/>
      <dgm:spPr/>
      <dgm:t>
        <a:bodyPr/>
        <a:lstStyle/>
        <a:p>
          <a:endParaRPr lang="en-US"/>
        </a:p>
      </dgm:t>
    </dgm:pt>
    <dgm:pt modelId="{D157BD36-8A03-4C67-BD5D-46116D91AC49}" type="pres">
      <dgm:prSet presAssocID="{00983DC5-AE67-4BE2-BE8C-C08A0AE9B173}" presName="linear" presStyleCnt="0">
        <dgm:presLayoutVars>
          <dgm:animLvl val="lvl"/>
          <dgm:resizeHandles val="exact"/>
        </dgm:presLayoutVars>
      </dgm:prSet>
      <dgm:spPr/>
    </dgm:pt>
    <dgm:pt modelId="{1813BBBB-0A0B-4476-85CB-8A0D7DAD41F3}" type="pres">
      <dgm:prSet presAssocID="{0D461746-326D-4B41-B272-0C068646BE9D}" presName="parentText" presStyleLbl="node1" presStyleIdx="0" presStyleCnt="3" custScaleY="21292" custLinFactNeighborY="-17578">
        <dgm:presLayoutVars>
          <dgm:chMax val="0"/>
          <dgm:bulletEnabled val="1"/>
        </dgm:presLayoutVars>
      </dgm:prSet>
      <dgm:spPr/>
    </dgm:pt>
    <dgm:pt modelId="{BAFBF85B-5AC3-48AB-94CB-A4AF7FC39FFE}" type="pres">
      <dgm:prSet presAssocID="{0D461746-326D-4B41-B272-0C068646BE9D}" presName="childText" presStyleLbl="revTx" presStyleIdx="0" presStyleCnt="3">
        <dgm:presLayoutVars>
          <dgm:bulletEnabled val="1"/>
        </dgm:presLayoutVars>
      </dgm:prSet>
      <dgm:spPr/>
    </dgm:pt>
    <dgm:pt modelId="{A1B9A1CA-10EC-4D24-B777-0F7A565353F1}" type="pres">
      <dgm:prSet presAssocID="{A67F1185-ECE9-4BCA-AA3F-8BDFF46F9D93}" presName="parentText" presStyleLbl="node1" presStyleIdx="1" presStyleCnt="3" custScaleY="20589" custLinFactNeighborY="56198">
        <dgm:presLayoutVars>
          <dgm:chMax val="0"/>
          <dgm:bulletEnabled val="1"/>
        </dgm:presLayoutVars>
      </dgm:prSet>
      <dgm:spPr/>
    </dgm:pt>
    <dgm:pt modelId="{B4F91C22-4B65-4C65-A1EB-FE91BC0D44E3}" type="pres">
      <dgm:prSet presAssocID="{A67F1185-ECE9-4BCA-AA3F-8BDFF46F9D93}" presName="childText" presStyleLbl="revTx" presStyleIdx="1" presStyleCnt="3" custLinFactNeighborY="28246">
        <dgm:presLayoutVars>
          <dgm:bulletEnabled val="1"/>
        </dgm:presLayoutVars>
      </dgm:prSet>
      <dgm:spPr/>
    </dgm:pt>
    <dgm:pt modelId="{2A6147A7-5791-4EAC-9ADA-C3592241A73F}" type="pres">
      <dgm:prSet presAssocID="{71A9FBA7-3802-4DFB-913E-8DDD96FBF047}" presName="parentText" presStyleLbl="node1" presStyleIdx="2" presStyleCnt="3" custScaleY="18579" custLinFactNeighborY="32256">
        <dgm:presLayoutVars>
          <dgm:chMax val="0"/>
          <dgm:bulletEnabled val="1"/>
        </dgm:presLayoutVars>
      </dgm:prSet>
      <dgm:spPr/>
    </dgm:pt>
    <dgm:pt modelId="{1A1C415B-75A3-447D-A25D-C39EDA941567}" type="pres">
      <dgm:prSet presAssocID="{71A9FBA7-3802-4DFB-913E-8DDD96FBF047}" presName="childText" presStyleLbl="revTx" presStyleIdx="2" presStyleCnt="3" custLinFactNeighborX="0" custLinFactNeighborY="15425">
        <dgm:presLayoutVars>
          <dgm:bulletEnabled val="1"/>
        </dgm:presLayoutVars>
      </dgm:prSet>
      <dgm:spPr/>
    </dgm:pt>
  </dgm:ptLst>
  <dgm:cxnLst>
    <dgm:cxn modelId="{C3607D11-5B94-40A0-A9C9-ADF1997230E9}" type="presOf" srcId="{8776872A-43CB-4C77-9742-22EAE4964291}" destId="{1A1C415B-75A3-447D-A25D-C39EDA941567}" srcOrd="0" destOrd="1" presId="urn:microsoft.com/office/officeart/2005/8/layout/vList2"/>
    <dgm:cxn modelId="{5488271A-41B2-4B62-A485-D0F33DDB7353}" type="presOf" srcId="{97C993C4-1581-415E-B6EB-8FB0FA9DB4A1}" destId="{B4F91C22-4B65-4C65-A1EB-FE91BC0D44E3}" srcOrd="0" destOrd="0" presId="urn:microsoft.com/office/officeart/2005/8/layout/vList2"/>
    <dgm:cxn modelId="{798A1E1E-7713-4D97-AD4F-4D9C65089501}" type="presOf" srcId="{0ABCCD3D-E6C9-4944-A0ED-2AE91030FD0F}" destId="{1A1C415B-75A3-447D-A25D-C39EDA941567}" srcOrd="0" destOrd="2" presId="urn:microsoft.com/office/officeart/2005/8/layout/vList2"/>
    <dgm:cxn modelId="{AD4B5132-24B5-4788-93EC-9251BB25481F}" type="presOf" srcId="{A67F1185-ECE9-4BCA-AA3F-8BDFF46F9D93}" destId="{A1B9A1CA-10EC-4D24-B777-0F7A565353F1}" srcOrd="0" destOrd="0" presId="urn:microsoft.com/office/officeart/2005/8/layout/vList2"/>
    <dgm:cxn modelId="{9F67D043-602A-473E-A1E6-C2DE5B348A10}" srcId="{71A9FBA7-3802-4DFB-913E-8DDD96FBF047}" destId="{8776872A-43CB-4C77-9742-22EAE4964291}" srcOrd="1" destOrd="0" parTransId="{704A9616-CF22-4D9E-9E59-925CD265BD76}" sibTransId="{51B39F87-A167-411E-9582-FC7315BD593A}"/>
    <dgm:cxn modelId="{BAFDDC43-897F-4AA0-9C0B-45E718653704}" type="presOf" srcId="{71A9FBA7-3802-4DFB-913E-8DDD96FBF047}" destId="{2A6147A7-5791-4EAC-9ADA-C3592241A73F}" srcOrd="0" destOrd="0" presId="urn:microsoft.com/office/officeart/2005/8/layout/vList2"/>
    <dgm:cxn modelId="{129E9649-0D04-4701-B5A6-F86813C9C045}" srcId="{00983DC5-AE67-4BE2-BE8C-C08A0AE9B173}" destId="{71A9FBA7-3802-4DFB-913E-8DDD96FBF047}" srcOrd="2" destOrd="0" parTransId="{096CD51A-64F7-495B-8DFE-34E1A9192FC3}" sibTransId="{1254E3E6-12BC-4D03-9BD2-98642100871F}"/>
    <dgm:cxn modelId="{7F50C84C-A7DF-44F5-8D69-66CB8B86EC67}" type="presOf" srcId="{0D461746-326D-4B41-B272-0C068646BE9D}" destId="{1813BBBB-0A0B-4476-85CB-8A0D7DAD41F3}" srcOrd="0" destOrd="0" presId="urn:microsoft.com/office/officeart/2005/8/layout/vList2"/>
    <dgm:cxn modelId="{367EB34F-27C7-4EF6-BC2C-6770235FAE7B}" type="presOf" srcId="{2E9996C6-053E-4B9C-892A-B9F24763C790}" destId="{BAFBF85B-5AC3-48AB-94CB-A4AF7FC39FFE}" srcOrd="0" destOrd="0" presId="urn:microsoft.com/office/officeart/2005/8/layout/vList2"/>
    <dgm:cxn modelId="{35339D76-01FF-46E1-AADE-4B0B559CF70F}" srcId="{0D461746-326D-4B41-B272-0C068646BE9D}" destId="{2E9996C6-053E-4B9C-892A-B9F24763C790}" srcOrd="0" destOrd="0" parTransId="{61647673-2206-422A-BCCF-F6FE75FDCDEE}" sibTransId="{29CAA6FB-6A99-440A-AA0B-A99BD1F0B42A}"/>
    <dgm:cxn modelId="{3FCB008C-B1C1-4EE1-975B-2071F3556446}" srcId="{00983DC5-AE67-4BE2-BE8C-C08A0AE9B173}" destId="{A67F1185-ECE9-4BCA-AA3F-8BDFF46F9D93}" srcOrd="1" destOrd="0" parTransId="{FBD0F047-79CD-46EA-8B31-414E81A91B31}" sibTransId="{8F6CF1FF-00C3-4D7B-B60B-EDD1029B2858}"/>
    <dgm:cxn modelId="{7916EF93-0CF3-472F-BAA4-7B58777F38D6}" type="presOf" srcId="{00983DC5-AE67-4BE2-BE8C-C08A0AE9B173}" destId="{D157BD36-8A03-4C67-BD5D-46116D91AC49}" srcOrd="0" destOrd="0" presId="urn:microsoft.com/office/officeart/2005/8/layout/vList2"/>
    <dgm:cxn modelId="{045855AF-C292-4F3C-A763-D09C0D4B9698}" srcId="{00983DC5-AE67-4BE2-BE8C-C08A0AE9B173}" destId="{0D461746-326D-4B41-B272-0C068646BE9D}" srcOrd="0" destOrd="0" parTransId="{ECC6FD45-C3A2-4781-AF26-EBCB5D94B7A8}" sibTransId="{85B79AE4-A7A2-4AFD-B41C-D6B9B74A511F}"/>
    <dgm:cxn modelId="{B87A64B0-E43F-4464-B71A-C2A2C4A6FD34}" srcId="{A67F1185-ECE9-4BCA-AA3F-8BDFF46F9D93}" destId="{D10DE206-0408-4FDC-BC40-AFA3A0B4FB21}" srcOrd="1" destOrd="0" parTransId="{E6E10D2A-8C44-42A5-B9AB-E12338FB9548}" sibTransId="{4023317D-A352-43D2-8D85-AFBFCD8013BD}"/>
    <dgm:cxn modelId="{C7D6BAC1-3961-4E29-BEA3-5DADFF3DC37D}" srcId="{71A9FBA7-3802-4DFB-913E-8DDD96FBF047}" destId="{0ABCCD3D-E6C9-4944-A0ED-2AE91030FD0F}" srcOrd="2" destOrd="0" parTransId="{76B03612-0A96-4CDA-B6C0-37198834AFD4}" sibTransId="{3EFBD119-8642-4426-B463-9B9E96A0AF2F}"/>
    <dgm:cxn modelId="{A222FEC8-4E48-417D-903D-257B21AD8E8B}" type="presOf" srcId="{D10DE206-0408-4FDC-BC40-AFA3A0B4FB21}" destId="{B4F91C22-4B65-4C65-A1EB-FE91BC0D44E3}" srcOrd="0" destOrd="1" presId="urn:microsoft.com/office/officeart/2005/8/layout/vList2"/>
    <dgm:cxn modelId="{D07BD6CB-9EF1-413C-B066-D44F29186FE1}" srcId="{A67F1185-ECE9-4BCA-AA3F-8BDFF46F9D93}" destId="{97C993C4-1581-415E-B6EB-8FB0FA9DB4A1}" srcOrd="0" destOrd="0" parTransId="{F8F2256A-ADB8-45D4-8DA8-22E1453B18DD}" sibTransId="{483FF53E-B064-474D-B90B-34A45DA3E0AC}"/>
    <dgm:cxn modelId="{5D291FEE-87BA-4CA6-A093-4CE2D808CFE1}" srcId="{71A9FBA7-3802-4DFB-913E-8DDD96FBF047}" destId="{23BAA1E6-CD4C-473F-B764-56694FB02284}" srcOrd="0" destOrd="0" parTransId="{3A452905-E0AC-4902-BD25-6C7B74C114A6}" sibTransId="{EC103CF6-DFEF-406E-B020-FD7DFE6EB78E}"/>
    <dgm:cxn modelId="{ACDD71F2-19CB-40E0-A074-1D7B562F2854}" type="presOf" srcId="{23BAA1E6-CD4C-473F-B764-56694FB02284}" destId="{1A1C415B-75A3-447D-A25D-C39EDA941567}" srcOrd="0" destOrd="0" presId="urn:microsoft.com/office/officeart/2005/8/layout/vList2"/>
    <dgm:cxn modelId="{5F74D665-BC7C-4793-814D-39C74FA639E1}" type="presParOf" srcId="{D157BD36-8A03-4C67-BD5D-46116D91AC49}" destId="{1813BBBB-0A0B-4476-85CB-8A0D7DAD41F3}" srcOrd="0" destOrd="0" presId="urn:microsoft.com/office/officeart/2005/8/layout/vList2"/>
    <dgm:cxn modelId="{D5A705D6-6C29-4CBD-98DA-4192FC473AD8}" type="presParOf" srcId="{D157BD36-8A03-4C67-BD5D-46116D91AC49}" destId="{BAFBF85B-5AC3-48AB-94CB-A4AF7FC39FFE}" srcOrd="1" destOrd="0" presId="urn:microsoft.com/office/officeart/2005/8/layout/vList2"/>
    <dgm:cxn modelId="{07AFB2EE-6CBB-4D2C-901C-C09ECCC37D8B}" type="presParOf" srcId="{D157BD36-8A03-4C67-BD5D-46116D91AC49}" destId="{A1B9A1CA-10EC-4D24-B777-0F7A565353F1}" srcOrd="2" destOrd="0" presId="urn:microsoft.com/office/officeart/2005/8/layout/vList2"/>
    <dgm:cxn modelId="{92EC6E18-E3F3-4A69-B788-8585CA00C740}" type="presParOf" srcId="{D157BD36-8A03-4C67-BD5D-46116D91AC49}" destId="{B4F91C22-4B65-4C65-A1EB-FE91BC0D44E3}" srcOrd="3" destOrd="0" presId="urn:microsoft.com/office/officeart/2005/8/layout/vList2"/>
    <dgm:cxn modelId="{A0FEEDCA-B7AC-4769-8B73-4CF722C3B335}" type="presParOf" srcId="{D157BD36-8A03-4C67-BD5D-46116D91AC49}" destId="{2A6147A7-5791-4EAC-9ADA-C3592241A73F}" srcOrd="4" destOrd="0" presId="urn:microsoft.com/office/officeart/2005/8/layout/vList2"/>
    <dgm:cxn modelId="{7DDBC813-7538-4B6C-A4C1-D10FA34B6A6B}" type="presParOf" srcId="{D157BD36-8A03-4C67-BD5D-46116D91AC49}" destId="{1A1C415B-75A3-447D-A25D-C39EDA94156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AD4490-03F8-4024-BFBC-8D86F13487D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1FFBB9-843F-4CCA-ACBD-C31103360A81}">
      <dgm:prSet phldrT="[Text]" phldr="0" custT="1"/>
      <dgm:spPr/>
      <dgm:t>
        <a:bodyPr/>
        <a:lstStyle/>
        <a:p>
          <a:r>
            <a:rPr lang="en-US" sz="2800" dirty="0"/>
            <a:t>Query</a:t>
          </a:r>
        </a:p>
      </dgm:t>
    </dgm:pt>
    <dgm:pt modelId="{432345F4-0CB2-4C13-BECA-FD06B6F94C68}" type="parTrans" cxnId="{86BD382B-D92B-4466-B974-7357C9EEE21A}">
      <dgm:prSet/>
      <dgm:spPr/>
      <dgm:t>
        <a:bodyPr/>
        <a:lstStyle/>
        <a:p>
          <a:endParaRPr lang="en-US"/>
        </a:p>
      </dgm:t>
    </dgm:pt>
    <dgm:pt modelId="{FF5730E0-E395-425A-AB94-59DF1EC41C71}" type="sibTrans" cxnId="{86BD382B-D92B-4466-B974-7357C9EEE21A}">
      <dgm:prSet/>
      <dgm:spPr/>
      <dgm:t>
        <a:bodyPr/>
        <a:lstStyle/>
        <a:p>
          <a:endParaRPr lang="en-US"/>
        </a:p>
      </dgm:t>
    </dgm:pt>
    <dgm:pt modelId="{F0C34B99-1399-408B-924D-DC9D6EE18E37}">
      <dgm:prSet phldrT="[Text]" phldr="0" custT="1"/>
      <dgm:spPr/>
      <dgm:t>
        <a:bodyPr/>
        <a:lstStyle/>
        <a:p>
          <a:r>
            <a:rPr lang="en-US" sz="2800" dirty="0"/>
            <a:t>Embed</a:t>
          </a:r>
        </a:p>
      </dgm:t>
    </dgm:pt>
    <dgm:pt modelId="{7C58A301-FA46-4E7F-83E2-5CAC9F3BB552}" type="parTrans" cxnId="{603DBA07-818E-4210-8A7C-B5085E163C68}">
      <dgm:prSet/>
      <dgm:spPr/>
      <dgm:t>
        <a:bodyPr/>
        <a:lstStyle/>
        <a:p>
          <a:endParaRPr lang="en-US"/>
        </a:p>
      </dgm:t>
    </dgm:pt>
    <dgm:pt modelId="{7C478523-98DE-4C05-967C-04238DA70EDA}" type="sibTrans" cxnId="{603DBA07-818E-4210-8A7C-B5085E163C68}">
      <dgm:prSet/>
      <dgm:spPr/>
      <dgm:t>
        <a:bodyPr/>
        <a:lstStyle/>
        <a:p>
          <a:endParaRPr lang="en-US"/>
        </a:p>
      </dgm:t>
    </dgm:pt>
    <dgm:pt modelId="{696C6496-E8AC-45FB-8AA9-8704F500FA71}">
      <dgm:prSet phldrT="[Text]" phldr="0" custT="1"/>
      <dgm:spPr/>
      <dgm:t>
        <a:bodyPr/>
        <a:lstStyle/>
        <a:p>
          <a:r>
            <a:rPr lang="en-US" sz="2800" dirty="0"/>
            <a:t>Search</a:t>
          </a:r>
        </a:p>
      </dgm:t>
    </dgm:pt>
    <dgm:pt modelId="{48222624-A302-449E-AAF3-3BB460BF8D4F}" type="parTrans" cxnId="{69BBA318-C3CC-4BA4-8D11-3BB4991D25F8}">
      <dgm:prSet/>
      <dgm:spPr/>
      <dgm:t>
        <a:bodyPr/>
        <a:lstStyle/>
        <a:p>
          <a:endParaRPr lang="en-US"/>
        </a:p>
      </dgm:t>
    </dgm:pt>
    <dgm:pt modelId="{02039FCD-C42D-4655-93C7-2002251D96EB}" type="sibTrans" cxnId="{69BBA318-C3CC-4BA4-8D11-3BB4991D25F8}">
      <dgm:prSet/>
      <dgm:spPr/>
      <dgm:t>
        <a:bodyPr/>
        <a:lstStyle/>
        <a:p>
          <a:endParaRPr lang="en-US"/>
        </a:p>
      </dgm:t>
    </dgm:pt>
    <dgm:pt modelId="{0AD29638-465E-4DD9-B2A7-E296D73C146C}">
      <dgm:prSet phldrT="[Text]" phldr="0" custT="1"/>
      <dgm:spPr/>
      <dgm:t>
        <a:bodyPr/>
        <a:lstStyle/>
        <a:p>
          <a:r>
            <a:rPr lang="en-US" sz="2800" dirty="0"/>
            <a:t>LLM</a:t>
          </a:r>
        </a:p>
      </dgm:t>
    </dgm:pt>
    <dgm:pt modelId="{43A1ED8B-1B37-48A9-8E60-BAB152E54BD3}" type="parTrans" cxnId="{61135BEC-3298-471A-9D64-B0BE6024C3A5}">
      <dgm:prSet/>
      <dgm:spPr/>
      <dgm:t>
        <a:bodyPr/>
        <a:lstStyle/>
        <a:p>
          <a:endParaRPr lang="en-US"/>
        </a:p>
      </dgm:t>
    </dgm:pt>
    <dgm:pt modelId="{34DC7EE8-861B-4554-ACF9-B9A5DB4E53EF}" type="sibTrans" cxnId="{61135BEC-3298-471A-9D64-B0BE6024C3A5}">
      <dgm:prSet/>
      <dgm:spPr/>
      <dgm:t>
        <a:bodyPr/>
        <a:lstStyle/>
        <a:p>
          <a:endParaRPr lang="en-US"/>
        </a:p>
      </dgm:t>
    </dgm:pt>
    <dgm:pt modelId="{12217D77-F2D0-4DF1-9B18-5DCD2E44EBF7}" type="pres">
      <dgm:prSet presAssocID="{80AD4490-03F8-4024-BFBC-8D86F13487D9}" presName="Name0" presStyleCnt="0">
        <dgm:presLayoutVars>
          <dgm:dir/>
          <dgm:resizeHandles val="exact"/>
        </dgm:presLayoutVars>
      </dgm:prSet>
      <dgm:spPr/>
    </dgm:pt>
    <dgm:pt modelId="{EB30D63B-B14C-4AF5-98ED-70C4159001EA}" type="pres">
      <dgm:prSet presAssocID="{3F1FFBB9-843F-4CCA-ACBD-C31103360A81}" presName="node" presStyleLbl="node1" presStyleIdx="0" presStyleCnt="4">
        <dgm:presLayoutVars>
          <dgm:bulletEnabled val="1"/>
        </dgm:presLayoutVars>
      </dgm:prSet>
      <dgm:spPr/>
    </dgm:pt>
    <dgm:pt modelId="{2E7D0F2B-640F-4021-A550-F9263C2FDA42}" type="pres">
      <dgm:prSet presAssocID="{FF5730E0-E395-425A-AB94-59DF1EC41C71}" presName="sibTrans" presStyleLbl="sibTrans2D1" presStyleIdx="0" presStyleCnt="3"/>
      <dgm:spPr/>
    </dgm:pt>
    <dgm:pt modelId="{E48725EA-7916-452A-90E6-F29CEA9F73F0}" type="pres">
      <dgm:prSet presAssocID="{FF5730E0-E395-425A-AB94-59DF1EC41C71}" presName="connectorText" presStyleLbl="sibTrans2D1" presStyleIdx="0" presStyleCnt="3"/>
      <dgm:spPr/>
    </dgm:pt>
    <dgm:pt modelId="{32E92052-1134-4447-A911-8F7CB4BC93E5}" type="pres">
      <dgm:prSet presAssocID="{F0C34B99-1399-408B-924D-DC9D6EE18E37}" presName="node" presStyleLbl="node1" presStyleIdx="1" presStyleCnt="4">
        <dgm:presLayoutVars>
          <dgm:bulletEnabled val="1"/>
        </dgm:presLayoutVars>
      </dgm:prSet>
      <dgm:spPr/>
    </dgm:pt>
    <dgm:pt modelId="{86E33F20-C895-49AC-88C9-1321E9A6ED55}" type="pres">
      <dgm:prSet presAssocID="{7C478523-98DE-4C05-967C-04238DA70EDA}" presName="sibTrans" presStyleLbl="sibTrans2D1" presStyleIdx="1" presStyleCnt="3"/>
      <dgm:spPr/>
    </dgm:pt>
    <dgm:pt modelId="{06C80FDF-7C31-4BD7-B101-5838E9A93640}" type="pres">
      <dgm:prSet presAssocID="{7C478523-98DE-4C05-967C-04238DA70EDA}" presName="connectorText" presStyleLbl="sibTrans2D1" presStyleIdx="1" presStyleCnt="3"/>
      <dgm:spPr/>
    </dgm:pt>
    <dgm:pt modelId="{C6D105B5-6F84-44E6-BC96-C0E12D87DC4B}" type="pres">
      <dgm:prSet presAssocID="{696C6496-E8AC-45FB-8AA9-8704F500FA71}" presName="node" presStyleLbl="node1" presStyleIdx="2" presStyleCnt="4">
        <dgm:presLayoutVars>
          <dgm:bulletEnabled val="1"/>
        </dgm:presLayoutVars>
      </dgm:prSet>
      <dgm:spPr/>
    </dgm:pt>
    <dgm:pt modelId="{7AED6E82-5DED-4920-A117-7F566DFDCA29}" type="pres">
      <dgm:prSet presAssocID="{02039FCD-C42D-4655-93C7-2002251D96EB}" presName="sibTrans" presStyleLbl="sibTrans2D1" presStyleIdx="2" presStyleCnt="3"/>
      <dgm:spPr/>
    </dgm:pt>
    <dgm:pt modelId="{C8295D24-0857-44C7-918D-6B008B21DAA1}" type="pres">
      <dgm:prSet presAssocID="{02039FCD-C42D-4655-93C7-2002251D96EB}" presName="connectorText" presStyleLbl="sibTrans2D1" presStyleIdx="2" presStyleCnt="3"/>
      <dgm:spPr/>
    </dgm:pt>
    <dgm:pt modelId="{3A7AE195-F828-4760-AE6C-1334AEF5406E}" type="pres">
      <dgm:prSet presAssocID="{0AD29638-465E-4DD9-B2A7-E296D73C146C}" presName="node" presStyleLbl="node1" presStyleIdx="3" presStyleCnt="4">
        <dgm:presLayoutVars>
          <dgm:bulletEnabled val="1"/>
        </dgm:presLayoutVars>
      </dgm:prSet>
      <dgm:spPr/>
    </dgm:pt>
  </dgm:ptLst>
  <dgm:cxnLst>
    <dgm:cxn modelId="{603DBA07-818E-4210-8A7C-B5085E163C68}" srcId="{80AD4490-03F8-4024-BFBC-8D86F13487D9}" destId="{F0C34B99-1399-408B-924D-DC9D6EE18E37}" srcOrd="1" destOrd="0" parTransId="{7C58A301-FA46-4E7F-83E2-5CAC9F3BB552}" sibTransId="{7C478523-98DE-4C05-967C-04238DA70EDA}"/>
    <dgm:cxn modelId="{50636C0D-6A9C-4F43-BC3F-398C2A0120E4}" type="presOf" srcId="{80AD4490-03F8-4024-BFBC-8D86F13487D9}" destId="{12217D77-F2D0-4DF1-9B18-5DCD2E44EBF7}" srcOrd="0" destOrd="0" presId="urn:microsoft.com/office/officeart/2005/8/layout/process1"/>
    <dgm:cxn modelId="{2BA1BA12-821C-4ABC-A9C1-FEE67E713C95}" type="presOf" srcId="{02039FCD-C42D-4655-93C7-2002251D96EB}" destId="{7AED6E82-5DED-4920-A117-7F566DFDCA29}" srcOrd="0" destOrd="0" presId="urn:microsoft.com/office/officeart/2005/8/layout/process1"/>
    <dgm:cxn modelId="{E14C2B14-5F46-4964-8CF1-DCE2A05A843F}" type="presOf" srcId="{FF5730E0-E395-425A-AB94-59DF1EC41C71}" destId="{2E7D0F2B-640F-4021-A550-F9263C2FDA42}" srcOrd="0" destOrd="0" presId="urn:microsoft.com/office/officeart/2005/8/layout/process1"/>
    <dgm:cxn modelId="{69BBA318-C3CC-4BA4-8D11-3BB4991D25F8}" srcId="{80AD4490-03F8-4024-BFBC-8D86F13487D9}" destId="{696C6496-E8AC-45FB-8AA9-8704F500FA71}" srcOrd="2" destOrd="0" parTransId="{48222624-A302-449E-AAF3-3BB460BF8D4F}" sibTransId="{02039FCD-C42D-4655-93C7-2002251D96EB}"/>
    <dgm:cxn modelId="{CD537329-6A8E-4462-8023-52B82E20EAB3}" type="presOf" srcId="{FF5730E0-E395-425A-AB94-59DF1EC41C71}" destId="{E48725EA-7916-452A-90E6-F29CEA9F73F0}" srcOrd="1" destOrd="0" presId="urn:microsoft.com/office/officeart/2005/8/layout/process1"/>
    <dgm:cxn modelId="{86BD382B-D92B-4466-B974-7357C9EEE21A}" srcId="{80AD4490-03F8-4024-BFBC-8D86F13487D9}" destId="{3F1FFBB9-843F-4CCA-ACBD-C31103360A81}" srcOrd="0" destOrd="0" parTransId="{432345F4-0CB2-4C13-BECA-FD06B6F94C68}" sibTransId="{FF5730E0-E395-425A-AB94-59DF1EC41C71}"/>
    <dgm:cxn modelId="{D03B005E-F9D6-474A-8CFB-29EF0DE4027C}" type="presOf" srcId="{696C6496-E8AC-45FB-8AA9-8704F500FA71}" destId="{C6D105B5-6F84-44E6-BC96-C0E12D87DC4B}" srcOrd="0" destOrd="0" presId="urn:microsoft.com/office/officeart/2005/8/layout/process1"/>
    <dgm:cxn modelId="{38733B81-E160-4FFF-B9E5-916EA8B2C441}" type="presOf" srcId="{3F1FFBB9-843F-4CCA-ACBD-C31103360A81}" destId="{EB30D63B-B14C-4AF5-98ED-70C4159001EA}" srcOrd="0" destOrd="0" presId="urn:microsoft.com/office/officeart/2005/8/layout/process1"/>
    <dgm:cxn modelId="{18F0EB83-E90B-491D-81D2-B1B44B4419E8}" type="presOf" srcId="{7C478523-98DE-4C05-967C-04238DA70EDA}" destId="{86E33F20-C895-49AC-88C9-1321E9A6ED55}" srcOrd="0" destOrd="0" presId="urn:microsoft.com/office/officeart/2005/8/layout/process1"/>
    <dgm:cxn modelId="{B17CFB9A-5929-4E0B-8883-437D691D4AAF}" type="presOf" srcId="{02039FCD-C42D-4655-93C7-2002251D96EB}" destId="{C8295D24-0857-44C7-918D-6B008B21DAA1}" srcOrd="1" destOrd="0" presId="urn:microsoft.com/office/officeart/2005/8/layout/process1"/>
    <dgm:cxn modelId="{953BF4B2-4944-4007-AFA1-A8E091840639}" type="presOf" srcId="{0AD29638-465E-4DD9-B2A7-E296D73C146C}" destId="{3A7AE195-F828-4760-AE6C-1334AEF5406E}" srcOrd="0" destOrd="0" presId="urn:microsoft.com/office/officeart/2005/8/layout/process1"/>
    <dgm:cxn modelId="{EA5D00E1-02C3-425E-9168-B43BB923BF60}" type="presOf" srcId="{F0C34B99-1399-408B-924D-DC9D6EE18E37}" destId="{32E92052-1134-4447-A911-8F7CB4BC93E5}" srcOrd="0" destOrd="0" presId="urn:microsoft.com/office/officeart/2005/8/layout/process1"/>
    <dgm:cxn modelId="{61135BEC-3298-471A-9D64-B0BE6024C3A5}" srcId="{80AD4490-03F8-4024-BFBC-8D86F13487D9}" destId="{0AD29638-465E-4DD9-B2A7-E296D73C146C}" srcOrd="3" destOrd="0" parTransId="{43A1ED8B-1B37-48A9-8E60-BAB152E54BD3}" sibTransId="{34DC7EE8-861B-4554-ACF9-B9A5DB4E53EF}"/>
    <dgm:cxn modelId="{5E2F66ED-8A12-4BBF-A0AB-0D000A3A71AD}" type="presOf" srcId="{7C478523-98DE-4C05-967C-04238DA70EDA}" destId="{06C80FDF-7C31-4BD7-B101-5838E9A93640}" srcOrd="1" destOrd="0" presId="urn:microsoft.com/office/officeart/2005/8/layout/process1"/>
    <dgm:cxn modelId="{39E05B6F-CFAD-471B-9142-C0BFE7C3EB7B}" type="presParOf" srcId="{12217D77-F2D0-4DF1-9B18-5DCD2E44EBF7}" destId="{EB30D63B-B14C-4AF5-98ED-70C4159001EA}" srcOrd="0" destOrd="0" presId="urn:microsoft.com/office/officeart/2005/8/layout/process1"/>
    <dgm:cxn modelId="{151004B2-92E4-4C55-A64B-21EA5E3C7636}" type="presParOf" srcId="{12217D77-F2D0-4DF1-9B18-5DCD2E44EBF7}" destId="{2E7D0F2B-640F-4021-A550-F9263C2FDA42}" srcOrd="1" destOrd="0" presId="urn:microsoft.com/office/officeart/2005/8/layout/process1"/>
    <dgm:cxn modelId="{4BA69665-3CB7-4480-95AF-BEB0B512909C}" type="presParOf" srcId="{2E7D0F2B-640F-4021-A550-F9263C2FDA42}" destId="{E48725EA-7916-452A-90E6-F29CEA9F73F0}" srcOrd="0" destOrd="0" presId="urn:microsoft.com/office/officeart/2005/8/layout/process1"/>
    <dgm:cxn modelId="{5AB51559-C167-40E1-9D1A-49B5B1E8B981}" type="presParOf" srcId="{12217D77-F2D0-4DF1-9B18-5DCD2E44EBF7}" destId="{32E92052-1134-4447-A911-8F7CB4BC93E5}" srcOrd="2" destOrd="0" presId="urn:microsoft.com/office/officeart/2005/8/layout/process1"/>
    <dgm:cxn modelId="{1C63102F-0FC2-4F39-8752-F6E386B60125}" type="presParOf" srcId="{12217D77-F2D0-4DF1-9B18-5DCD2E44EBF7}" destId="{86E33F20-C895-49AC-88C9-1321E9A6ED55}" srcOrd="3" destOrd="0" presId="urn:microsoft.com/office/officeart/2005/8/layout/process1"/>
    <dgm:cxn modelId="{250FA684-65BA-45C2-A4BB-259BA77111C8}" type="presParOf" srcId="{86E33F20-C895-49AC-88C9-1321E9A6ED55}" destId="{06C80FDF-7C31-4BD7-B101-5838E9A93640}" srcOrd="0" destOrd="0" presId="urn:microsoft.com/office/officeart/2005/8/layout/process1"/>
    <dgm:cxn modelId="{AFCAA310-0767-4407-91B4-2D3E258394AC}" type="presParOf" srcId="{12217D77-F2D0-4DF1-9B18-5DCD2E44EBF7}" destId="{C6D105B5-6F84-44E6-BC96-C0E12D87DC4B}" srcOrd="4" destOrd="0" presId="urn:microsoft.com/office/officeart/2005/8/layout/process1"/>
    <dgm:cxn modelId="{E43D47C3-6018-4032-9C00-CE59538D12C1}" type="presParOf" srcId="{12217D77-F2D0-4DF1-9B18-5DCD2E44EBF7}" destId="{7AED6E82-5DED-4920-A117-7F566DFDCA29}" srcOrd="5" destOrd="0" presId="urn:microsoft.com/office/officeart/2005/8/layout/process1"/>
    <dgm:cxn modelId="{DEB614F2-88CF-4659-900B-EBFF5AFDFDD3}" type="presParOf" srcId="{7AED6E82-5DED-4920-A117-7F566DFDCA29}" destId="{C8295D24-0857-44C7-918D-6B008B21DAA1}" srcOrd="0" destOrd="0" presId="urn:microsoft.com/office/officeart/2005/8/layout/process1"/>
    <dgm:cxn modelId="{3CDE943C-B222-4D1B-9C82-43EFBA45BB94}" type="presParOf" srcId="{12217D77-F2D0-4DF1-9B18-5DCD2E44EBF7}" destId="{3A7AE195-F828-4760-AE6C-1334AEF5406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05DC3EF-BF39-4B1D-B5DE-5D5144F3590F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20EE1C-13B6-42A4-AFB1-7651F21621C5}">
      <dgm:prSet phldrT="[Text]" phldr="0" custT="1"/>
      <dgm:spPr/>
      <dgm:t>
        <a:bodyPr/>
        <a:lstStyle/>
        <a:p>
          <a:r>
            <a:rPr lang="en-US" sz="2400" dirty="0"/>
            <a:t>Query</a:t>
          </a:r>
        </a:p>
      </dgm:t>
    </dgm:pt>
    <dgm:pt modelId="{66D83CBF-692B-47DC-8588-677CDC1CB33A}" type="parTrans" cxnId="{6D174D90-1B91-4F13-B94C-B720C86765C8}">
      <dgm:prSet/>
      <dgm:spPr/>
      <dgm:t>
        <a:bodyPr/>
        <a:lstStyle/>
        <a:p>
          <a:endParaRPr lang="en-US"/>
        </a:p>
      </dgm:t>
    </dgm:pt>
    <dgm:pt modelId="{25F590CF-26AF-4A25-B1CB-B7CF398E697D}" type="sibTrans" cxnId="{6D174D90-1B91-4F13-B94C-B720C86765C8}">
      <dgm:prSet/>
      <dgm:spPr/>
      <dgm:t>
        <a:bodyPr/>
        <a:lstStyle/>
        <a:p>
          <a:endParaRPr lang="en-US"/>
        </a:p>
      </dgm:t>
    </dgm:pt>
    <dgm:pt modelId="{6F7FE36A-4DF2-4720-922E-5E1104170820}">
      <dgm:prSet phldrT="[Text]" phldr="0" custT="1"/>
      <dgm:spPr/>
      <dgm:t>
        <a:bodyPr/>
        <a:lstStyle/>
        <a:p>
          <a:r>
            <a:rPr lang="en-US" sz="2400" dirty="0"/>
            <a:t>Intent</a:t>
          </a:r>
        </a:p>
      </dgm:t>
    </dgm:pt>
    <dgm:pt modelId="{090CB567-2470-440E-9FFA-49E1B8D8C505}" type="parTrans" cxnId="{C330E5FD-B609-4C2D-AB7D-7499DE091D82}">
      <dgm:prSet/>
      <dgm:spPr/>
      <dgm:t>
        <a:bodyPr/>
        <a:lstStyle/>
        <a:p>
          <a:endParaRPr lang="en-US"/>
        </a:p>
      </dgm:t>
    </dgm:pt>
    <dgm:pt modelId="{6178E32C-DAE2-407B-9944-A7DC2E67A6EB}" type="sibTrans" cxnId="{C330E5FD-B609-4C2D-AB7D-7499DE091D82}">
      <dgm:prSet/>
      <dgm:spPr/>
      <dgm:t>
        <a:bodyPr/>
        <a:lstStyle/>
        <a:p>
          <a:endParaRPr lang="en-US"/>
        </a:p>
      </dgm:t>
    </dgm:pt>
    <dgm:pt modelId="{91A95422-96F7-4195-8735-5FBDE98156BA}">
      <dgm:prSet phldrT="[Text]" phldr="0" custT="1"/>
      <dgm:spPr/>
      <dgm:t>
        <a:bodyPr/>
        <a:lstStyle/>
        <a:p>
          <a:r>
            <a:rPr lang="en-US" sz="2400" dirty="0"/>
            <a:t>Hybrid Search</a:t>
          </a:r>
        </a:p>
      </dgm:t>
    </dgm:pt>
    <dgm:pt modelId="{FEAEC1D5-C9F2-458F-B3D4-F4EFA4D82BF9}" type="parTrans" cxnId="{B87EC501-6A20-43F1-92B0-2B4B0FF3B9B6}">
      <dgm:prSet/>
      <dgm:spPr/>
      <dgm:t>
        <a:bodyPr/>
        <a:lstStyle/>
        <a:p>
          <a:endParaRPr lang="en-US"/>
        </a:p>
      </dgm:t>
    </dgm:pt>
    <dgm:pt modelId="{8419D4E5-FE84-459A-B6F8-9DC1A1B160EA}" type="sibTrans" cxnId="{B87EC501-6A20-43F1-92B0-2B4B0FF3B9B6}">
      <dgm:prSet/>
      <dgm:spPr/>
      <dgm:t>
        <a:bodyPr/>
        <a:lstStyle/>
        <a:p>
          <a:endParaRPr lang="en-US"/>
        </a:p>
      </dgm:t>
    </dgm:pt>
    <dgm:pt modelId="{B9AE6A89-4636-4FD5-B13B-FD9CE63583BB}">
      <dgm:prSet phldrT="[Text]" phldr="0" custT="1"/>
      <dgm:spPr/>
      <dgm:t>
        <a:bodyPr/>
        <a:lstStyle/>
        <a:p>
          <a:r>
            <a:rPr lang="en-US" sz="2400" dirty="0"/>
            <a:t>Dense + BM25</a:t>
          </a:r>
        </a:p>
      </dgm:t>
    </dgm:pt>
    <dgm:pt modelId="{32D48368-1F6C-44F4-81A5-FB90520D9BEA}" type="parTrans" cxnId="{34022CF3-73AC-40CA-A73F-325FC7A4D2C9}">
      <dgm:prSet/>
      <dgm:spPr/>
      <dgm:t>
        <a:bodyPr/>
        <a:lstStyle/>
        <a:p>
          <a:endParaRPr lang="en-US"/>
        </a:p>
      </dgm:t>
    </dgm:pt>
    <dgm:pt modelId="{A4232C58-C871-4C97-BCCB-B71A0ED65684}" type="sibTrans" cxnId="{34022CF3-73AC-40CA-A73F-325FC7A4D2C9}">
      <dgm:prSet/>
      <dgm:spPr/>
      <dgm:t>
        <a:bodyPr/>
        <a:lstStyle/>
        <a:p>
          <a:endParaRPr lang="en-US"/>
        </a:p>
      </dgm:t>
    </dgm:pt>
    <dgm:pt modelId="{6628E078-6863-4E46-96E8-CD9FA513DDA1}">
      <dgm:prSet phldrT="[Text]" phldr="0" custT="1"/>
      <dgm:spPr/>
      <dgm:t>
        <a:bodyPr/>
        <a:lstStyle/>
        <a:p>
          <a:r>
            <a:rPr lang="en-US" sz="2400" dirty="0"/>
            <a:t>RRF Fusion</a:t>
          </a:r>
        </a:p>
      </dgm:t>
    </dgm:pt>
    <dgm:pt modelId="{840D0335-0983-427A-A5EC-E814BBD0809F}" type="parTrans" cxnId="{161E88C6-9C35-43EC-A08A-0F077B65CEF5}">
      <dgm:prSet/>
      <dgm:spPr/>
      <dgm:t>
        <a:bodyPr/>
        <a:lstStyle/>
        <a:p>
          <a:endParaRPr lang="en-US"/>
        </a:p>
      </dgm:t>
    </dgm:pt>
    <dgm:pt modelId="{92C1DB32-ADF4-4F97-9DA9-7CFA99E66A7E}" type="sibTrans" cxnId="{161E88C6-9C35-43EC-A08A-0F077B65CEF5}">
      <dgm:prSet/>
      <dgm:spPr/>
      <dgm:t>
        <a:bodyPr/>
        <a:lstStyle/>
        <a:p>
          <a:endParaRPr lang="en-US"/>
        </a:p>
      </dgm:t>
    </dgm:pt>
    <dgm:pt modelId="{3E301C54-4F1B-4860-8182-2EA155B6D115}">
      <dgm:prSet phldrT="[Text]" phldr="0" custT="1"/>
      <dgm:spPr/>
      <dgm:t>
        <a:bodyPr/>
        <a:lstStyle/>
        <a:p>
          <a:r>
            <a:rPr lang="en-US" sz="2400" dirty="0"/>
            <a:t>Keyword Gate</a:t>
          </a:r>
        </a:p>
      </dgm:t>
    </dgm:pt>
    <dgm:pt modelId="{3E2B313E-FB17-40AA-8407-D887B6642CD5}" type="parTrans" cxnId="{7D603E72-CC12-4D57-8A97-965DB30496EF}">
      <dgm:prSet/>
      <dgm:spPr/>
      <dgm:t>
        <a:bodyPr/>
        <a:lstStyle/>
        <a:p>
          <a:endParaRPr lang="en-US"/>
        </a:p>
      </dgm:t>
    </dgm:pt>
    <dgm:pt modelId="{68E08B80-763F-4781-89FF-6EDBB73CA634}" type="sibTrans" cxnId="{7D603E72-CC12-4D57-8A97-965DB30496EF}">
      <dgm:prSet/>
      <dgm:spPr/>
      <dgm:t>
        <a:bodyPr/>
        <a:lstStyle/>
        <a:p>
          <a:endParaRPr lang="en-US"/>
        </a:p>
      </dgm:t>
    </dgm:pt>
    <dgm:pt modelId="{BDA94D28-7C9D-4069-B8E6-D2D3E18FE626}">
      <dgm:prSet phldrT="[Text]" phldr="0" custT="1"/>
      <dgm:spPr/>
      <dgm:t>
        <a:bodyPr/>
        <a:lstStyle/>
        <a:p>
          <a:r>
            <a:rPr lang="en-US" sz="2400" dirty="0"/>
            <a:t>Block Filter</a:t>
          </a:r>
        </a:p>
      </dgm:t>
    </dgm:pt>
    <dgm:pt modelId="{07463A6A-5776-46B3-88A3-26BA498F6D47}" type="parTrans" cxnId="{2000CFB4-5CB9-432E-A71F-77FFFC1F2CAE}">
      <dgm:prSet/>
      <dgm:spPr/>
      <dgm:t>
        <a:bodyPr/>
        <a:lstStyle/>
        <a:p>
          <a:endParaRPr lang="en-US"/>
        </a:p>
      </dgm:t>
    </dgm:pt>
    <dgm:pt modelId="{7765EC25-B4B2-4BF7-AF76-67269104FD3C}" type="sibTrans" cxnId="{2000CFB4-5CB9-432E-A71F-77FFFC1F2CAE}">
      <dgm:prSet/>
      <dgm:spPr/>
      <dgm:t>
        <a:bodyPr/>
        <a:lstStyle/>
        <a:p>
          <a:endParaRPr lang="en-US"/>
        </a:p>
      </dgm:t>
    </dgm:pt>
    <dgm:pt modelId="{5E7635E4-AE3C-4927-90E6-24658C0CE94B}">
      <dgm:prSet phldrT="[Text]" phldr="0" custT="1"/>
      <dgm:spPr/>
      <dgm:t>
        <a:bodyPr/>
        <a:lstStyle/>
        <a:p>
          <a:r>
            <a:rPr lang="en-US" sz="2400"/>
            <a:t>Rerank</a:t>
          </a:r>
          <a:endParaRPr lang="en-US" sz="2400" dirty="0"/>
        </a:p>
      </dgm:t>
    </dgm:pt>
    <dgm:pt modelId="{0643B195-52D8-4F30-9E6D-924C5012AF4D}" type="parTrans" cxnId="{E7A0595B-E68A-4BC0-A31F-708C7ACB6AD3}">
      <dgm:prSet/>
      <dgm:spPr/>
      <dgm:t>
        <a:bodyPr/>
        <a:lstStyle/>
        <a:p>
          <a:endParaRPr lang="en-US"/>
        </a:p>
      </dgm:t>
    </dgm:pt>
    <dgm:pt modelId="{3CEA439A-EE44-4BA1-98FD-55EA0EB7F9D8}" type="sibTrans" cxnId="{E7A0595B-E68A-4BC0-A31F-708C7ACB6AD3}">
      <dgm:prSet/>
      <dgm:spPr/>
      <dgm:t>
        <a:bodyPr/>
        <a:lstStyle/>
        <a:p>
          <a:endParaRPr lang="en-US"/>
        </a:p>
      </dgm:t>
    </dgm:pt>
    <dgm:pt modelId="{B7BAF4DC-1E2B-42C9-B900-C2ED2B1178A5}">
      <dgm:prSet phldrT="[Text]" phldr="0" custT="1"/>
      <dgm:spPr/>
      <dgm:t>
        <a:bodyPr/>
        <a:lstStyle/>
        <a:p>
          <a:r>
            <a:rPr lang="en-US" sz="2400" dirty="0"/>
            <a:t>Top Results</a:t>
          </a:r>
        </a:p>
      </dgm:t>
    </dgm:pt>
    <dgm:pt modelId="{C8EC5DBA-1C82-4663-84C9-F6AA6AFEB7E7}" type="parTrans" cxnId="{73C26854-8B5E-4D92-A795-7D380BED2E0B}">
      <dgm:prSet/>
      <dgm:spPr/>
      <dgm:t>
        <a:bodyPr/>
        <a:lstStyle/>
        <a:p>
          <a:endParaRPr lang="en-US"/>
        </a:p>
      </dgm:t>
    </dgm:pt>
    <dgm:pt modelId="{87A0658B-E6D0-481D-B1AA-C3430581A73F}" type="sibTrans" cxnId="{73C26854-8B5E-4D92-A795-7D380BED2E0B}">
      <dgm:prSet/>
      <dgm:spPr/>
      <dgm:t>
        <a:bodyPr/>
        <a:lstStyle/>
        <a:p>
          <a:endParaRPr lang="en-US"/>
        </a:p>
      </dgm:t>
    </dgm:pt>
    <dgm:pt modelId="{E023A5ED-969C-4119-8813-6B59E97F1BBD}">
      <dgm:prSet phldrT="[Text]" phldr="0" custT="1"/>
      <dgm:spPr/>
      <dgm:t>
        <a:bodyPr/>
        <a:lstStyle/>
        <a:p>
          <a:r>
            <a:rPr lang="en-US" sz="2400" dirty="0"/>
            <a:t>LLM</a:t>
          </a:r>
        </a:p>
      </dgm:t>
    </dgm:pt>
    <dgm:pt modelId="{D6D56BE6-BFFA-44DE-A944-80F1B7BD1EA4}" type="parTrans" cxnId="{625F6F6A-8793-4168-B4A6-59DDF705CD75}">
      <dgm:prSet/>
      <dgm:spPr/>
      <dgm:t>
        <a:bodyPr/>
        <a:lstStyle/>
        <a:p>
          <a:endParaRPr lang="en-US"/>
        </a:p>
      </dgm:t>
    </dgm:pt>
    <dgm:pt modelId="{B30FE74D-CF80-4D81-8C7D-EF6C32816A9D}" type="sibTrans" cxnId="{625F6F6A-8793-4168-B4A6-59DDF705CD75}">
      <dgm:prSet/>
      <dgm:spPr/>
      <dgm:t>
        <a:bodyPr/>
        <a:lstStyle/>
        <a:p>
          <a:endParaRPr lang="en-US"/>
        </a:p>
      </dgm:t>
    </dgm:pt>
    <dgm:pt modelId="{37EFA399-3C0C-436E-A317-257DAB6E563E}" type="pres">
      <dgm:prSet presAssocID="{605DC3EF-BF39-4B1D-B5DE-5D5144F3590F}" presName="Name0" presStyleCnt="0">
        <dgm:presLayoutVars>
          <dgm:dir/>
          <dgm:resizeHandles val="exact"/>
        </dgm:presLayoutVars>
      </dgm:prSet>
      <dgm:spPr/>
    </dgm:pt>
    <dgm:pt modelId="{11EE868F-AAAA-4BD1-8E6C-24424E404259}" type="pres">
      <dgm:prSet presAssocID="{9D20EE1C-13B6-42A4-AFB1-7651F21621C5}" presName="node" presStyleLbl="node1" presStyleIdx="0" presStyleCnt="10">
        <dgm:presLayoutVars>
          <dgm:bulletEnabled val="1"/>
        </dgm:presLayoutVars>
      </dgm:prSet>
      <dgm:spPr/>
    </dgm:pt>
    <dgm:pt modelId="{3DD7B0B2-06ED-4D19-9F87-B2937B2CA29E}" type="pres">
      <dgm:prSet presAssocID="{25F590CF-26AF-4A25-B1CB-B7CF398E697D}" presName="sibTrans" presStyleLbl="sibTrans1D1" presStyleIdx="0" presStyleCnt="9"/>
      <dgm:spPr/>
    </dgm:pt>
    <dgm:pt modelId="{417E3CB4-20FD-4C6F-8E89-4FF5B6B33141}" type="pres">
      <dgm:prSet presAssocID="{25F590CF-26AF-4A25-B1CB-B7CF398E697D}" presName="connectorText" presStyleLbl="sibTrans1D1" presStyleIdx="0" presStyleCnt="9"/>
      <dgm:spPr/>
    </dgm:pt>
    <dgm:pt modelId="{DEB8D499-3206-45F3-A2AC-BCB1D5545E87}" type="pres">
      <dgm:prSet presAssocID="{6F7FE36A-4DF2-4720-922E-5E1104170820}" presName="node" presStyleLbl="node1" presStyleIdx="1" presStyleCnt="10">
        <dgm:presLayoutVars>
          <dgm:bulletEnabled val="1"/>
        </dgm:presLayoutVars>
      </dgm:prSet>
      <dgm:spPr/>
    </dgm:pt>
    <dgm:pt modelId="{FCE6BFF8-D3F7-4D39-8A86-67BD78B9389E}" type="pres">
      <dgm:prSet presAssocID="{6178E32C-DAE2-407B-9944-A7DC2E67A6EB}" presName="sibTrans" presStyleLbl="sibTrans1D1" presStyleIdx="1" presStyleCnt="9"/>
      <dgm:spPr/>
    </dgm:pt>
    <dgm:pt modelId="{66DE9E4B-C81A-499D-BC30-D04C81EE2314}" type="pres">
      <dgm:prSet presAssocID="{6178E32C-DAE2-407B-9944-A7DC2E67A6EB}" presName="connectorText" presStyleLbl="sibTrans1D1" presStyleIdx="1" presStyleCnt="9"/>
      <dgm:spPr/>
    </dgm:pt>
    <dgm:pt modelId="{BBBF93B2-9994-4941-A03C-F7C0F278A425}" type="pres">
      <dgm:prSet presAssocID="{91A95422-96F7-4195-8735-5FBDE98156BA}" presName="node" presStyleLbl="node1" presStyleIdx="2" presStyleCnt="10">
        <dgm:presLayoutVars>
          <dgm:bulletEnabled val="1"/>
        </dgm:presLayoutVars>
      </dgm:prSet>
      <dgm:spPr/>
    </dgm:pt>
    <dgm:pt modelId="{BB965429-B22E-48D3-95CC-1D90EB2AE45E}" type="pres">
      <dgm:prSet presAssocID="{8419D4E5-FE84-459A-B6F8-9DC1A1B160EA}" presName="sibTrans" presStyleLbl="sibTrans1D1" presStyleIdx="2" presStyleCnt="9"/>
      <dgm:spPr/>
    </dgm:pt>
    <dgm:pt modelId="{43292EFA-041C-410A-9C0D-F9C8367D6445}" type="pres">
      <dgm:prSet presAssocID="{8419D4E5-FE84-459A-B6F8-9DC1A1B160EA}" presName="connectorText" presStyleLbl="sibTrans1D1" presStyleIdx="2" presStyleCnt="9"/>
      <dgm:spPr/>
    </dgm:pt>
    <dgm:pt modelId="{72906BFC-0BBC-4641-9C89-1CC09F76A156}" type="pres">
      <dgm:prSet presAssocID="{B9AE6A89-4636-4FD5-B13B-FD9CE63583BB}" presName="node" presStyleLbl="node1" presStyleIdx="3" presStyleCnt="10">
        <dgm:presLayoutVars>
          <dgm:bulletEnabled val="1"/>
        </dgm:presLayoutVars>
      </dgm:prSet>
      <dgm:spPr/>
    </dgm:pt>
    <dgm:pt modelId="{FD3DFA66-33AD-41DE-BBAC-19F6261B97D6}" type="pres">
      <dgm:prSet presAssocID="{A4232C58-C871-4C97-BCCB-B71A0ED65684}" presName="sibTrans" presStyleLbl="sibTrans1D1" presStyleIdx="3" presStyleCnt="9"/>
      <dgm:spPr/>
    </dgm:pt>
    <dgm:pt modelId="{8E7E49D8-B82D-4737-9777-696E5AB606DF}" type="pres">
      <dgm:prSet presAssocID="{A4232C58-C871-4C97-BCCB-B71A0ED65684}" presName="connectorText" presStyleLbl="sibTrans1D1" presStyleIdx="3" presStyleCnt="9"/>
      <dgm:spPr/>
    </dgm:pt>
    <dgm:pt modelId="{1E06C1EA-3158-4CF2-A35F-F77AF00890AB}" type="pres">
      <dgm:prSet presAssocID="{6628E078-6863-4E46-96E8-CD9FA513DDA1}" presName="node" presStyleLbl="node1" presStyleIdx="4" presStyleCnt="10">
        <dgm:presLayoutVars>
          <dgm:bulletEnabled val="1"/>
        </dgm:presLayoutVars>
      </dgm:prSet>
      <dgm:spPr/>
    </dgm:pt>
    <dgm:pt modelId="{568659B1-571C-45D2-9AD8-F5A977D3D449}" type="pres">
      <dgm:prSet presAssocID="{92C1DB32-ADF4-4F97-9DA9-7CFA99E66A7E}" presName="sibTrans" presStyleLbl="sibTrans1D1" presStyleIdx="4" presStyleCnt="9"/>
      <dgm:spPr/>
    </dgm:pt>
    <dgm:pt modelId="{0BF3C83A-0D78-4FB5-A334-3EC49F37D3D5}" type="pres">
      <dgm:prSet presAssocID="{92C1DB32-ADF4-4F97-9DA9-7CFA99E66A7E}" presName="connectorText" presStyleLbl="sibTrans1D1" presStyleIdx="4" presStyleCnt="9"/>
      <dgm:spPr/>
    </dgm:pt>
    <dgm:pt modelId="{6C0C6B24-451B-465D-A3C9-97CE9CD10377}" type="pres">
      <dgm:prSet presAssocID="{3E301C54-4F1B-4860-8182-2EA155B6D115}" presName="node" presStyleLbl="node1" presStyleIdx="5" presStyleCnt="10">
        <dgm:presLayoutVars>
          <dgm:bulletEnabled val="1"/>
        </dgm:presLayoutVars>
      </dgm:prSet>
      <dgm:spPr/>
    </dgm:pt>
    <dgm:pt modelId="{E1236857-79C6-48EB-BBD3-F21925447A34}" type="pres">
      <dgm:prSet presAssocID="{68E08B80-763F-4781-89FF-6EDBB73CA634}" presName="sibTrans" presStyleLbl="sibTrans1D1" presStyleIdx="5" presStyleCnt="9"/>
      <dgm:spPr/>
    </dgm:pt>
    <dgm:pt modelId="{3898BC6C-A67A-4990-B935-CA20B6B9C18B}" type="pres">
      <dgm:prSet presAssocID="{68E08B80-763F-4781-89FF-6EDBB73CA634}" presName="connectorText" presStyleLbl="sibTrans1D1" presStyleIdx="5" presStyleCnt="9"/>
      <dgm:spPr/>
    </dgm:pt>
    <dgm:pt modelId="{290BD2F5-0122-4308-B5CE-E3E5381C09BD}" type="pres">
      <dgm:prSet presAssocID="{BDA94D28-7C9D-4069-B8E6-D2D3E18FE626}" presName="node" presStyleLbl="node1" presStyleIdx="6" presStyleCnt="10">
        <dgm:presLayoutVars>
          <dgm:bulletEnabled val="1"/>
        </dgm:presLayoutVars>
      </dgm:prSet>
      <dgm:spPr/>
    </dgm:pt>
    <dgm:pt modelId="{F1EC2565-A98A-41A2-A949-C68F3BF84242}" type="pres">
      <dgm:prSet presAssocID="{7765EC25-B4B2-4BF7-AF76-67269104FD3C}" presName="sibTrans" presStyleLbl="sibTrans1D1" presStyleIdx="6" presStyleCnt="9"/>
      <dgm:spPr/>
    </dgm:pt>
    <dgm:pt modelId="{30628B0F-A82E-4F1F-A084-45406A65E22E}" type="pres">
      <dgm:prSet presAssocID="{7765EC25-B4B2-4BF7-AF76-67269104FD3C}" presName="connectorText" presStyleLbl="sibTrans1D1" presStyleIdx="6" presStyleCnt="9"/>
      <dgm:spPr/>
    </dgm:pt>
    <dgm:pt modelId="{6023EFF9-DC24-4A5E-94F3-95B7494FA6C7}" type="pres">
      <dgm:prSet presAssocID="{5E7635E4-AE3C-4927-90E6-24658C0CE94B}" presName="node" presStyleLbl="node1" presStyleIdx="7" presStyleCnt="10">
        <dgm:presLayoutVars>
          <dgm:bulletEnabled val="1"/>
        </dgm:presLayoutVars>
      </dgm:prSet>
      <dgm:spPr/>
    </dgm:pt>
    <dgm:pt modelId="{01F3AA10-9A45-4011-9845-04139C7991DE}" type="pres">
      <dgm:prSet presAssocID="{3CEA439A-EE44-4BA1-98FD-55EA0EB7F9D8}" presName="sibTrans" presStyleLbl="sibTrans1D1" presStyleIdx="7" presStyleCnt="9"/>
      <dgm:spPr/>
    </dgm:pt>
    <dgm:pt modelId="{039BD02E-CBFF-41BD-A115-024C8622703E}" type="pres">
      <dgm:prSet presAssocID="{3CEA439A-EE44-4BA1-98FD-55EA0EB7F9D8}" presName="connectorText" presStyleLbl="sibTrans1D1" presStyleIdx="7" presStyleCnt="9"/>
      <dgm:spPr/>
    </dgm:pt>
    <dgm:pt modelId="{9FA880A9-C1E8-42D6-9E54-60D454288465}" type="pres">
      <dgm:prSet presAssocID="{B7BAF4DC-1E2B-42C9-B900-C2ED2B1178A5}" presName="node" presStyleLbl="node1" presStyleIdx="8" presStyleCnt="10">
        <dgm:presLayoutVars>
          <dgm:bulletEnabled val="1"/>
        </dgm:presLayoutVars>
      </dgm:prSet>
      <dgm:spPr/>
    </dgm:pt>
    <dgm:pt modelId="{B96FB061-536C-4BDA-A44F-E8FAA051755F}" type="pres">
      <dgm:prSet presAssocID="{87A0658B-E6D0-481D-B1AA-C3430581A73F}" presName="sibTrans" presStyleLbl="sibTrans1D1" presStyleIdx="8" presStyleCnt="9"/>
      <dgm:spPr/>
    </dgm:pt>
    <dgm:pt modelId="{D18A4EE5-F70F-44E1-A298-F5023137BDD0}" type="pres">
      <dgm:prSet presAssocID="{87A0658B-E6D0-481D-B1AA-C3430581A73F}" presName="connectorText" presStyleLbl="sibTrans1D1" presStyleIdx="8" presStyleCnt="9"/>
      <dgm:spPr/>
    </dgm:pt>
    <dgm:pt modelId="{AD9851A7-60DE-4A14-83F8-29DFC39DBE61}" type="pres">
      <dgm:prSet presAssocID="{E023A5ED-969C-4119-8813-6B59E97F1BBD}" presName="node" presStyleLbl="node1" presStyleIdx="9" presStyleCnt="10">
        <dgm:presLayoutVars>
          <dgm:bulletEnabled val="1"/>
        </dgm:presLayoutVars>
      </dgm:prSet>
      <dgm:spPr/>
    </dgm:pt>
  </dgm:ptLst>
  <dgm:cxnLst>
    <dgm:cxn modelId="{B87EC501-6A20-43F1-92B0-2B4B0FF3B9B6}" srcId="{605DC3EF-BF39-4B1D-B5DE-5D5144F3590F}" destId="{91A95422-96F7-4195-8735-5FBDE98156BA}" srcOrd="2" destOrd="0" parTransId="{FEAEC1D5-C9F2-458F-B3D4-F4EFA4D82BF9}" sibTransId="{8419D4E5-FE84-459A-B6F8-9DC1A1B160EA}"/>
    <dgm:cxn modelId="{B7712508-E8B0-4ADD-86E7-38777628CCD2}" type="presOf" srcId="{BDA94D28-7C9D-4069-B8E6-D2D3E18FE626}" destId="{290BD2F5-0122-4308-B5CE-E3E5381C09BD}" srcOrd="0" destOrd="0" presId="urn:microsoft.com/office/officeart/2005/8/layout/bProcess3"/>
    <dgm:cxn modelId="{2F10F813-3DA8-4613-A42F-9B01C75A50A2}" type="presOf" srcId="{68E08B80-763F-4781-89FF-6EDBB73CA634}" destId="{E1236857-79C6-48EB-BBD3-F21925447A34}" srcOrd="0" destOrd="0" presId="urn:microsoft.com/office/officeart/2005/8/layout/bProcess3"/>
    <dgm:cxn modelId="{D6C1A016-7FDB-429B-93EC-131AE3FBA0A0}" type="presOf" srcId="{3CEA439A-EE44-4BA1-98FD-55EA0EB7F9D8}" destId="{039BD02E-CBFF-41BD-A115-024C8622703E}" srcOrd="1" destOrd="0" presId="urn:microsoft.com/office/officeart/2005/8/layout/bProcess3"/>
    <dgm:cxn modelId="{4627E21B-476D-4D5F-AEC5-4C129536F5D2}" type="presOf" srcId="{6F7FE36A-4DF2-4720-922E-5E1104170820}" destId="{DEB8D499-3206-45F3-A2AC-BCB1D5545E87}" srcOrd="0" destOrd="0" presId="urn:microsoft.com/office/officeart/2005/8/layout/bProcess3"/>
    <dgm:cxn modelId="{98284525-C9E6-4611-BC02-08B584122854}" type="presOf" srcId="{25F590CF-26AF-4A25-B1CB-B7CF398E697D}" destId="{417E3CB4-20FD-4C6F-8E89-4FF5B6B33141}" srcOrd="1" destOrd="0" presId="urn:microsoft.com/office/officeart/2005/8/layout/bProcess3"/>
    <dgm:cxn modelId="{C802252F-6208-46A5-8415-2E5B6FC97EE7}" type="presOf" srcId="{9D20EE1C-13B6-42A4-AFB1-7651F21621C5}" destId="{11EE868F-AAAA-4BD1-8E6C-24424E404259}" srcOrd="0" destOrd="0" presId="urn:microsoft.com/office/officeart/2005/8/layout/bProcess3"/>
    <dgm:cxn modelId="{C73E0238-6F64-42AB-867F-444E8B479506}" type="presOf" srcId="{6178E32C-DAE2-407B-9944-A7DC2E67A6EB}" destId="{66DE9E4B-C81A-499D-BC30-D04C81EE2314}" srcOrd="1" destOrd="0" presId="urn:microsoft.com/office/officeart/2005/8/layout/bProcess3"/>
    <dgm:cxn modelId="{C79C5139-4B18-4C46-A139-D060890B55A6}" type="presOf" srcId="{25F590CF-26AF-4A25-B1CB-B7CF398E697D}" destId="{3DD7B0B2-06ED-4D19-9F87-B2937B2CA29E}" srcOrd="0" destOrd="0" presId="urn:microsoft.com/office/officeart/2005/8/layout/bProcess3"/>
    <dgm:cxn modelId="{8595813A-8010-4CBD-B3D2-4BA52F6477D5}" type="presOf" srcId="{B9AE6A89-4636-4FD5-B13B-FD9CE63583BB}" destId="{72906BFC-0BBC-4641-9C89-1CC09F76A156}" srcOrd="0" destOrd="0" presId="urn:microsoft.com/office/officeart/2005/8/layout/bProcess3"/>
    <dgm:cxn modelId="{E7A0595B-E68A-4BC0-A31F-708C7ACB6AD3}" srcId="{605DC3EF-BF39-4B1D-B5DE-5D5144F3590F}" destId="{5E7635E4-AE3C-4927-90E6-24658C0CE94B}" srcOrd="7" destOrd="0" parTransId="{0643B195-52D8-4F30-9E6D-924C5012AF4D}" sibTransId="{3CEA439A-EE44-4BA1-98FD-55EA0EB7F9D8}"/>
    <dgm:cxn modelId="{CA28EC67-653E-4B72-A00F-840F72144D9D}" type="presOf" srcId="{92C1DB32-ADF4-4F97-9DA9-7CFA99E66A7E}" destId="{0BF3C83A-0D78-4FB5-A334-3EC49F37D3D5}" srcOrd="1" destOrd="0" presId="urn:microsoft.com/office/officeart/2005/8/layout/bProcess3"/>
    <dgm:cxn modelId="{22C75C48-5B0A-4101-8FC7-180AE8EE9873}" type="presOf" srcId="{A4232C58-C871-4C97-BCCB-B71A0ED65684}" destId="{FD3DFA66-33AD-41DE-BBAC-19F6261B97D6}" srcOrd="0" destOrd="0" presId="urn:microsoft.com/office/officeart/2005/8/layout/bProcess3"/>
    <dgm:cxn modelId="{625F6F6A-8793-4168-B4A6-59DDF705CD75}" srcId="{605DC3EF-BF39-4B1D-B5DE-5D5144F3590F}" destId="{E023A5ED-969C-4119-8813-6B59E97F1BBD}" srcOrd="9" destOrd="0" parTransId="{D6D56BE6-BFFA-44DE-A944-80F1B7BD1EA4}" sibTransId="{B30FE74D-CF80-4D81-8C7D-EF6C32816A9D}"/>
    <dgm:cxn modelId="{7D603E72-CC12-4D57-8A97-965DB30496EF}" srcId="{605DC3EF-BF39-4B1D-B5DE-5D5144F3590F}" destId="{3E301C54-4F1B-4860-8182-2EA155B6D115}" srcOrd="5" destOrd="0" parTransId="{3E2B313E-FB17-40AA-8407-D887B6642CD5}" sibTransId="{68E08B80-763F-4781-89FF-6EDBB73CA634}"/>
    <dgm:cxn modelId="{B36B3974-BBCA-4C37-ABE6-A3A0B6D3461A}" type="presOf" srcId="{5E7635E4-AE3C-4927-90E6-24658C0CE94B}" destId="{6023EFF9-DC24-4A5E-94F3-95B7494FA6C7}" srcOrd="0" destOrd="0" presId="urn:microsoft.com/office/officeart/2005/8/layout/bProcess3"/>
    <dgm:cxn modelId="{73C26854-8B5E-4D92-A795-7D380BED2E0B}" srcId="{605DC3EF-BF39-4B1D-B5DE-5D5144F3590F}" destId="{B7BAF4DC-1E2B-42C9-B900-C2ED2B1178A5}" srcOrd="8" destOrd="0" parTransId="{C8EC5DBA-1C82-4663-84C9-F6AA6AFEB7E7}" sibTransId="{87A0658B-E6D0-481D-B1AA-C3430581A73F}"/>
    <dgm:cxn modelId="{347C627F-4607-4529-BE38-9CE299C5CCEC}" type="presOf" srcId="{3CEA439A-EE44-4BA1-98FD-55EA0EB7F9D8}" destId="{01F3AA10-9A45-4011-9845-04139C7991DE}" srcOrd="0" destOrd="0" presId="urn:microsoft.com/office/officeart/2005/8/layout/bProcess3"/>
    <dgm:cxn modelId="{6D174D90-1B91-4F13-B94C-B720C86765C8}" srcId="{605DC3EF-BF39-4B1D-B5DE-5D5144F3590F}" destId="{9D20EE1C-13B6-42A4-AFB1-7651F21621C5}" srcOrd="0" destOrd="0" parTransId="{66D83CBF-692B-47DC-8588-677CDC1CB33A}" sibTransId="{25F590CF-26AF-4A25-B1CB-B7CF398E697D}"/>
    <dgm:cxn modelId="{5579F09A-2BA4-44FC-ACCB-06AAE2AAB027}" type="presOf" srcId="{68E08B80-763F-4781-89FF-6EDBB73CA634}" destId="{3898BC6C-A67A-4990-B935-CA20B6B9C18B}" srcOrd="1" destOrd="0" presId="urn:microsoft.com/office/officeart/2005/8/layout/bProcess3"/>
    <dgm:cxn modelId="{D0D4D8A0-2395-431F-8C39-89B1730841CC}" type="presOf" srcId="{87A0658B-E6D0-481D-B1AA-C3430581A73F}" destId="{B96FB061-536C-4BDA-A44F-E8FAA051755F}" srcOrd="0" destOrd="0" presId="urn:microsoft.com/office/officeart/2005/8/layout/bProcess3"/>
    <dgm:cxn modelId="{EADCECA8-B5CB-46BE-B435-01AEEFF2880C}" type="presOf" srcId="{B7BAF4DC-1E2B-42C9-B900-C2ED2B1178A5}" destId="{9FA880A9-C1E8-42D6-9E54-60D454288465}" srcOrd="0" destOrd="0" presId="urn:microsoft.com/office/officeart/2005/8/layout/bProcess3"/>
    <dgm:cxn modelId="{2000CFB4-5CB9-432E-A71F-77FFFC1F2CAE}" srcId="{605DC3EF-BF39-4B1D-B5DE-5D5144F3590F}" destId="{BDA94D28-7C9D-4069-B8E6-D2D3E18FE626}" srcOrd="6" destOrd="0" parTransId="{07463A6A-5776-46B3-88A3-26BA498F6D47}" sibTransId="{7765EC25-B4B2-4BF7-AF76-67269104FD3C}"/>
    <dgm:cxn modelId="{B2B075B9-59BF-428A-9F6C-6AECD4C496CC}" type="presOf" srcId="{8419D4E5-FE84-459A-B6F8-9DC1A1B160EA}" destId="{43292EFA-041C-410A-9C0D-F9C8367D6445}" srcOrd="1" destOrd="0" presId="urn:microsoft.com/office/officeart/2005/8/layout/bProcess3"/>
    <dgm:cxn modelId="{F66F11BA-0D8E-45C2-90C4-96DF46E4DEEA}" type="presOf" srcId="{7765EC25-B4B2-4BF7-AF76-67269104FD3C}" destId="{F1EC2565-A98A-41A2-A949-C68F3BF84242}" srcOrd="0" destOrd="0" presId="urn:microsoft.com/office/officeart/2005/8/layout/bProcess3"/>
    <dgm:cxn modelId="{771796BC-0CC1-4864-8AB8-FCFAF9E65DBE}" type="presOf" srcId="{8419D4E5-FE84-459A-B6F8-9DC1A1B160EA}" destId="{BB965429-B22E-48D3-95CC-1D90EB2AE45E}" srcOrd="0" destOrd="0" presId="urn:microsoft.com/office/officeart/2005/8/layout/bProcess3"/>
    <dgm:cxn modelId="{234749C2-592B-41CA-9486-C7D696FF5B7F}" type="presOf" srcId="{92C1DB32-ADF4-4F97-9DA9-7CFA99E66A7E}" destId="{568659B1-571C-45D2-9AD8-F5A977D3D449}" srcOrd="0" destOrd="0" presId="urn:microsoft.com/office/officeart/2005/8/layout/bProcess3"/>
    <dgm:cxn modelId="{EA6916C6-11A6-4F69-8826-B27FBFD14E64}" type="presOf" srcId="{A4232C58-C871-4C97-BCCB-B71A0ED65684}" destId="{8E7E49D8-B82D-4737-9777-696E5AB606DF}" srcOrd="1" destOrd="0" presId="urn:microsoft.com/office/officeart/2005/8/layout/bProcess3"/>
    <dgm:cxn modelId="{161E88C6-9C35-43EC-A08A-0F077B65CEF5}" srcId="{605DC3EF-BF39-4B1D-B5DE-5D5144F3590F}" destId="{6628E078-6863-4E46-96E8-CD9FA513DDA1}" srcOrd="4" destOrd="0" parTransId="{840D0335-0983-427A-A5EC-E814BBD0809F}" sibTransId="{92C1DB32-ADF4-4F97-9DA9-7CFA99E66A7E}"/>
    <dgm:cxn modelId="{F6192FD6-076B-4988-A6D2-ADA1EF8C6865}" type="presOf" srcId="{7765EC25-B4B2-4BF7-AF76-67269104FD3C}" destId="{30628B0F-A82E-4F1F-A084-45406A65E22E}" srcOrd="1" destOrd="0" presId="urn:microsoft.com/office/officeart/2005/8/layout/bProcess3"/>
    <dgm:cxn modelId="{4A2574D7-7248-4FE6-8172-23BB897FDC17}" type="presOf" srcId="{E023A5ED-969C-4119-8813-6B59E97F1BBD}" destId="{AD9851A7-60DE-4A14-83F8-29DFC39DBE61}" srcOrd="0" destOrd="0" presId="urn:microsoft.com/office/officeart/2005/8/layout/bProcess3"/>
    <dgm:cxn modelId="{6F46CED9-AFF2-495A-9E64-88F55CEEC05F}" type="presOf" srcId="{87A0658B-E6D0-481D-B1AA-C3430581A73F}" destId="{D18A4EE5-F70F-44E1-A298-F5023137BDD0}" srcOrd="1" destOrd="0" presId="urn:microsoft.com/office/officeart/2005/8/layout/bProcess3"/>
    <dgm:cxn modelId="{00982FE6-187B-4B7A-952F-F5C2194E3D4E}" type="presOf" srcId="{3E301C54-4F1B-4860-8182-2EA155B6D115}" destId="{6C0C6B24-451B-465D-A3C9-97CE9CD10377}" srcOrd="0" destOrd="0" presId="urn:microsoft.com/office/officeart/2005/8/layout/bProcess3"/>
    <dgm:cxn modelId="{E5EC9BE9-D279-41EA-87FD-E7694F0471DA}" type="presOf" srcId="{91A95422-96F7-4195-8735-5FBDE98156BA}" destId="{BBBF93B2-9994-4941-A03C-F7C0F278A425}" srcOrd="0" destOrd="0" presId="urn:microsoft.com/office/officeart/2005/8/layout/bProcess3"/>
    <dgm:cxn modelId="{DC4F80EF-EE3E-47E0-BFC3-F694E949FDDB}" type="presOf" srcId="{6628E078-6863-4E46-96E8-CD9FA513DDA1}" destId="{1E06C1EA-3158-4CF2-A35F-F77AF00890AB}" srcOrd="0" destOrd="0" presId="urn:microsoft.com/office/officeart/2005/8/layout/bProcess3"/>
    <dgm:cxn modelId="{D8E619F1-B7F3-47D6-997A-3BFDE86AE098}" type="presOf" srcId="{605DC3EF-BF39-4B1D-B5DE-5D5144F3590F}" destId="{37EFA399-3C0C-436E-A317-257DAB6E563E}" srcOrd="0" destOrd="0" presId="urn:microsoft.com/office/officeart/2005/8/layout/bProcess3"/>
    <dgm:cxn modelId="{34022CF3-73AC-40CA-A73F-325FC7A4D2C9}" srcId="{605DC3EF-BF39-4B1D-B5DE-5D5144F3590F}" destId="{B9AE6A89-4636-4FD5-B13B-FD9CE63583BB}" srcOrd="3" destOrd="0" parTransId="{32D48368-1F6C-44F4-81A5-FB90520D9BEA}" sibTransId="{A4232C58-C871-4C97-BCCB-B71A0ED65684}"/>
    <dgm:cxn modelId="{8CC465F3-0400-4276-9D47-E4495031F081}" type="presOf" srcId="{6178E32C-DAE2-407B-9944-A7DC2E67A6EB}" destId="{FCE6BFF8-D3F7-4D39-8A86-67BD78B9389E}" srcOrd="0" destOrd="0" presId="urn:microsoft.com/office/officeart/2005/8/layout/bProcess3"/>
    <dgm:cxn modelId="{C330E5FD-B609-4C2D-AB7D-7499DE091D82}" srcId="{605DC3EF-BF39-4B1D-B5DE-5D5144F3590F}" destId="{6F7FE36A-4DF2-4720-922E-5E1104170820}" srcOrd="1" destOrd="0" parTransId="{090CB567-2470-440E-9FFA-49E1B8D8C505}" sibTransId="{6178E32C-DAE2-407B-9944-A7DC2E67A6EB}"/>
    <dgm:cxn modelId="{E6F0378B-4A1D-4F5D-8D91-815CD15BE089}" type="presParOf" srcId="{37EFA399-3C0C-436E-A317-257DAB6E563E}" destId="{11EE868F-AAAA-4BD1-8E6C-24424E404259}" srcOrd="0" destOrd="0" presId="urn:microsoft.com/office/officeart/2005/8/layout/bProcess3"/>
    <dgm:cxn modelId="{276A99C3-BF0B-40E2-BA4F-291D2BC85B53}" type="presParOf" srcId="{37EFA399-3C0C-436E-A317-257DAB6E563E}" destId="{3DD7B0B2-06ED-4D19-9F87-B2937B2CA29E}" srcOrd="1" destOrd="0" presId="urn:microsoft.com/office/officeart/2005/8/layout/bProcess3"/>
    <dgm:cxn modelId="{40B69005-615B-474D-A88C-8226E4525424}" type="presParOf" srcId="{3DD7B0B2-06ED-4D19-9F87-B2937B2CA29E}" destId="{417E3CB4-20FD-4C6F-8E89-4FF5B6B33141}" srcOrd="0" destOrd="0" presId="urn:microsoft.com/office/officeart/2005/8/layout/bProcess3"/>
    <dgm:cxn modelId="{006AF2FB-9E2D-4579-8450-F16E51CD6763}" type="presParOf" srcId="{37EFA399-3C0C-436E-A317-257DAB6E563E}" destId="{DEB8D499-3206-45F3-A2AC-BCB1D5545E87}" srcOrd="2" destOrd="0" presId="urn:microsoft.com/office/officeart/2005/8/layout/bProcess3"/>
    <dgm:cxn modelId="{05512A80-52C4-4336-8B4C-DEDB2D85A95E}" type="presParOf" srcId="{37EFA399-3C0C-436E-A317-257DAB6E563E}" destId="{FCE6BFF8-D3F7-4D39-8A86-67BD78B9389E}" srcOrd="3" destOrd="0" presId="urn:microsoft.com/office/officeart/2005/8/layout/bProcess3"/>
    <dgm:cxn modelId="{99269995-2763-416F-BBDC-51BA6EFEE674}" type="presParOf" srcId="{FCE6BFF8-D3F7-4D39-8A86-67BD78B9389E}" destId="{66DE9E4B-C81A-499D-BC30-D04C81EE2314}" srcOrd="0" destOrd="0" presId="urn:microsoft.com/office/officeart/2005/8/layout/bProcess3"/>
    <dgm:cxn modelId="{6338ABA8-488E-4436-98E1-4A2D72205C91}" type="presParOf" srcId="{37EFA399-3C0C-436E-A317-257DAB6E563E}" destId="{BBBF93B2-9994-4941-A03C-F7C0F278A425}" srcOrd="4" destOrd="0" presId="urn:microsoft.com/office/officeart/2005/8/layout/bProcess3"/>
    <dgm:cxn modelId="{703F007C-1391-451D-A44E-5CE69BCBA83C}" type="presParOf" srcId="{37EFA399-3C0C-436E-A317-257DAB6E563E}" destId="{BB965429-B22E-48D3-95CC-1D90EB2AE45E}" srcOrd="5" destOrd="0" presId="urn:microsoft.com/office/officeart/2005/8/layout/bProcess3"/>
    <dgm:cxn modelId="{AC05A06B-4950-4716-8357-BDEC5C0BEFD8}" type="presParOf" srcId="{BB965429-B22E-48D3-95CC-1D90EB2AE45E}" destId="{43292EFA-041C-410A-9C0D-F9C8367D6445}" srcOrd="0" destOrd="0" presId="urn:microsoft.com/office/officeart/2005/8/layout/bProcess3"/>
    <dgm:cxn modelId="{D89C8664-6F9F-4D2F-933A-8390A898E943}" type="presParOf" srcId="{37EFA399-3C0C-436E-A317-257DAB6E563E}" destId="{72906BFC-0BBC-4641-9C89-1CC09F76A156}" srcOrd="6" destOrd="0" presId="urn:microsoft.com/office/officeart/2005/8/layout/bProcess3"/>
    <dgm:cxn modelId="{88291869-B774-4631-B48D-55CC927FA896}" type="presParOf" srcId="{37EFA399-3C0C-436E-A317-257DAB6E563E}" destId="{FD3DFA66-33AD-41DE-BBAC-19F6261B97D6}" srcOrd="7" destOrd="0" presId="urn:microsoft.com/office/officeart/2005/8/layout/bProcess3"/>
    <dgm:cxn modelId="{4CE6CA8F-E70C-4819-A3D3-8BCCE8C6F964}" type="presParOf" srcId="{FD3DFA66-33AD-41DE-BBAC-19F6261B97D6}" destId="{8E7E49D8-B82D-4737-9777-696E5AB606DF}" srcOrd="0" destOrd="0" presId="urn:microsoft.com/office/officeart/2005/8/layout/bProcess3"/>
    <dgm:cxn modelId="{C2A57DAD-0BC3-4EBD-83E5-04000D24A994}" type="presParOf" srcId="{37EFA399-3C0C-436E-A317-257DAB6E563E}" destId="{1E06C1EA-3158-4CF2-A35F-F77AF00890AB}" srcOrd="8" destOrd="0" presId="urn:microsoft.com/office/officeart/2005/8/layout/bProcess3"/>
    <dgm:cxn modelId="{115CBA81-EBEF-4447-AB04-32204E961E82}" type="presParOf" srcId="{37EFA399-3C0C-436E-A317-257DAB6E563E}" destId="{568659B1-571C-45D2-9AD8-F5A977D3D449}" srcOrd="9" destOrd="0" presId="urn:microsoft.com/office/officeart/2005/8/layout/bProcess3"/>
    <dgm:cxn modelId="{79A46041-8065-478E-B96F-A133F5DEF0E9}" type="presParOf" srcId="{568659B1-571C-45D2-9AD8-F5A977D3D449}" destId="{0BF3C83A-0D78-4FB5-A334-3EC49F37D3D5}" srcOrd="0" destOrd="0" presId="urn:microsoft.com/office/officeart/2005/8/layout/bProcess3"/>
    <dgm:cxn modelId="{027FDA2B-1B8D-4991-A7C3-3B2289480748}" type="presParOf" srcId="{37EFA399-3C0C-436E-A317-257DAB6E563E}" destId="{6C0C6B24-451B-465D-A3C9-97CE9CD10377}" srcOrd="10" destOrd="0" presId="urn:microsoft.com/office/officeart/2005/8/layout/bProcess3"/>
    <dgm:cxn modelId="{E164A795-9A8D-40A2-8C42-27773AE225EF}" type="presParOf" srcId="{37EFA399-3C0C-436E-A317-257DAB6E563E}" destId="{E1236857-79C6-48EB-BBD3-F21925447A34}" srcOrd="11" destOrd="0" presId="urn:microsoft.com/office/officeart/2005/8/layout/bProcess3"/>
    <dgm:cxn modelId="{CFC97D1A-1B0D-46E7-AB49-92D0D0F7DF2F}" type="presParOf" srcId="{E1236857-79C6-48EB-BBD3-F21925447A34}" destId="{3898BC6C-A67A-4990-B935-CA20B6B9C18B}" srcOrd="0" destOrd="0" presId="urn:microsoft.com/office/officeart/2005/8/layout/bProcess3"/>
    <dgm:cxn modelId="{41F546D9-38E2-469A-B61A-31C18B81B838}" type="presParOf" srcId="{37EFA399-3C0C-436E-A317-257DAB6E563E}" destId="{290BD2F5-0122-4308-B5CE-E3E5381C09BD}" srcOrd="12" destOrd="0" presId="urn:microsoft.com/office/officeart/2005/8/layout/bProcess3"/>
    <dgm:cxn modelId="{35B3E5CE-A21E-49D9-ACC6-99C03EEF65EE}" type="presParOf" srcId="{37EFA399-3C0C-436E-A317-257DAB6E563E}" destId="{F1EC2565-A98A-41A2-A949-C68F3BF84242}" srcOrd="13" destOrd="0" presId="urn:microsoft.com/office/officeart/2005/8/layout/bProcess3"/>
    <dgm:cxn modelId="{33999AD1-887E-4243-BDFB-A1D09F2EF2BF}" type="presParOf" srcId="{F1EC2565-A98A-41A2-A949-C68F3BF84242}" destId="{30628B0F-A82E-4F1F-A084-45406A65E22E}" srcOrd="0" destOrd="0" presId="urn:microsoft.com/office/officeart/2005/8/layout/bProcess3"/>
    <dgm:cxn modelId="{476622F6-4ACF-47EE-8631-4B4CD097C276}" type="presParOf" srcId="{37EFA399-3C0C-436E-A317-257DAB6E563E}" destId="{6023EFF9-DC24-4A5E-94F3-95B7494FA6C7}" srcOrd="14" destOrd="0" presId="urn:microsoft.com/office/officeart/2005/8/layout/bProcess3"/>
    <dgm:cxn modelId="{9E7CF9D9-7182-458F-A661-00CD7C0B98E8}" type="presParOf" srcId="{37EFA399-3C0C-436E-A317-257DAB6E563E}" destId="{01F3AA10-9A45-4011-9845-04139C7991DE}" srcOrd="15" destOrd="0" presId="urn:microsoft.com/office/officeart/2005/8/layout/bProcess3"/>
    <dgm:cxn modelId="{39C2C394-C917-481B-828C-15A2C46992A9}" type="presParOf" srcId="{01F3AA10-9A45-4011-9845-04139C7991DE}" destId="{039BD02E-CBFF-41BD-A115-024C8622703E}" srcOrd="0" destOrd="0" presId="urn:microsoft.com/office/officeart/2005/8/layout/bProcess3"/>
    <dgm:cxn modelId="{2F47233A-C7F4-4CEC-8BF6-A6D4D49C3C44}" type="presParOf" srcId="{37EFA399-3C0C-436E-A317-257DAB6E563E}" destId="{9FA880A9-C1E8-42D6-9E54-60D454288465}" srcOrd="16" destOrd="0" presId="urn:microsoft.com/office/officeart/2005/8/layout/bProcess3"/>
    <dgm:cxn modelId="{6970350E-CEA8-456C-A750-61D723669947}" type="presParOf" srcId="{37EFA399-3C0C-436E-A317-257DAB6E563E}" destId="{B96FB061-536C-4BDA-A44F-E8FAA051755F}" srcOrd="17" destOrd="0" presId="urn:microsoft.com/office/officeart/2005/8/layout/bProcess3"/>
    <dgm:cxn modelId="{BB15B51D-8330-4CCE-9F31-370D0614ADFB}" type="presParOf" srcId="{B96FB061-536C-4BDA-A44F-E8FAA051755F}" destId="{D18A4EE5-F70F-44E1-A298-F5023137BDD0}" srcOrd="0" destOrd="0" presId="urn:microsoft.com/office/officeart/2005/8/layout/bProcess3"/>
    <dgm:cxn modelId="{60256384-B422-494D-8D81-085A91C3E771}" type="presParOf" srcId="{37EFA399-3C0C-436E-A317-257DAB6E563E}" destId="{AD9851A7-60DE-4A14-83F8-29DFC39DBE61}" srcOrd="1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09395B0-6456-482C-98D9-6B832E678C0C}" type="doc">
      <dgm:prSet loTypeId="urn:microsoft.com/office/officeart/2009/3/layout/PlusandMinus" loCatId="relationship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425F01-F93A-48CE-A010-A8D6A18B9ACD}" type="pres">
      <dgm:prSet presAssocID="{D09395B0-6456-482C-98D9-6B832E678C0C}" presName="Name0" presStyleCnt="0">
        <dgm:presLayoutVars>
          <dgm:chMax val="2"/>
          <dgm:chPref val="2"/>
          <dgm:dir/>
          <dgm:animOne/>
          <dgm:resizeHandles val="exact"/>
        </dgm:presLayoutVars>
      </dgm:prSet>
      <dgm:spPr/>
    </dgm:pt>
    <dgm:pt modelId="{8DAB1A89-66F4-48D8-97EF-589351CF652F}" type="pres">
      <dgm:prSet presAssocID="{D09395B0-6456-482C-98D9-6B832E678C0C}" presName="Background" presStyleLbl="bgImgPlace1" presStyleIdx="0" presStyleCnt="1" custScaleX="114943"/>
      <dgm:spPr/>
    </dgm:pt>
    <dgm:pt modelId="{A6A580AB-F2CA-48C8-BA8E-68ECFD5CC397}" type="pres">
      <dgm:prSet presAssocID="{D09395B0-6456-482C-98D9-6B832E678C0C}" presName="Parent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3103DF15-199D-496E-BC1F-C14EAABFAA83}" type="pres">
      <dgm:prSet presAssocID="{D09395B0-6456-482C-98D9-6B832E678C0C}" presName="ParentText2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7DD807F5-2452-4DD6-9C16-C4DD73943488}" type="pres">
      <dgm:prSet presAssocID="{D09395B0-6456-482C-98D9-6B832E678C0C}" presName="Plus" presStyleLbl="alignNode1" presStyleIdx="0" presStyleCnt="2"/>
      <dgm:spPr/>
    </dgm:pt>
    <dgm:pt modelId="{7D7DC524-1A22-44C6-A388-705CF873E23A}" type="pres">
      <dgm:prSet presAssocID="{D09395B0-6456-482C-98D9-6B832E678C0C}" presName="Minus" presStyleLbl="alignNode1" presStyleIdx="1" presStyleCnt="2"/>
      <dgm:spPr/>
    </dgm:pt>
    <dgm:pt modelId="{53006303-9C71-4655-87FE-3224D2D11E2C}" type="pres">
      <dgm:prSet presAssocID="{D09395B0-6456-482C-98D9-6B832E678C0C}" presName="Divider" presStyleLbl="parChTrans1D1" presStyleIdx="0" presStyleCnt="1"/>
      <dgm:spPr/>
    </dgm:pt>
  </dgm:ptLst>
  <dgm:cxnLst>
    <dgm:cxn modelId="{84718078-992F-4BE3-9E7D-470DD50A8FB3}" type="presOf" srcId="{D09395B0-6456-482C-98D9-6B832E678C0C}" destId="{F1425F01-F93A-48CE-A010-A8D6A18B9ACD}" srcOrd="0" destOrd="0" presId="urn:microsoft.com/office/officeart/2009/3/layout/PlusandMinus"/>
    <dgm:cxn modelId="{09A62A27-7CDD-4F7C-AD4D-5D1648A3D169}" type="presParOf" srcId="{F1425F01-F93A-48CE-A010-A8D6A18B9ACD}" destId="{8DAB1A89-66F4-48D8-97EF-589351CF652F}" srcOrd="0" destOrd="0" presId="urn:microsoft.com/office/officeart/2009/3/layout/PlusandMinus"/>
    <dgm:cxn modelId="{0D198BBE-D97F-4663-9A00-A9CD7A964BF8}" type="presParOf" srcId="{F1425F01-F93A-48CE-A010-A8D6A18B9ACD}" destId="{A6A580AB-F2CA-48C8-BA8E-68ECFD5CC397}" srcOrd="1" destOrd="0" presId="urn:microsoft.com/office/officeart/2009/3/layout/PlusandMinus"/>
    <dgm:cxn modelId="{1EF76CDF-664E-42FB-97F0-5C951D299E29}" type="presParOf" srcId="{F1425F01-F93A-48CE-A010-A8D6A18B9ACD}" destId="{3103DF15-199D-496E-BC1F-C14EAABFAA83}" srcOrd="2" destOrd="0" presId="urn:microsoft.com/office/officeart/2009/3/layout/PlusandMinus"/>
    <dgm:cxn modelId="{0D62D54A-D507-4B52-A8CE-E8E835C38E7E}" type="presParOf" srcId="{F1425F01-F93A-48CE-A010-A8D6A18B9ACD}" destId="{7DD807F5-2452-4DD6-9C16-C4DD73943488}" srcOrd="3" destOrd="0" presId="urn:microsoft.com/office/officeart/2009/3/layout/PlusandMinus"/>
    <dgm:cxn modelId="{1D3A7BF7-8894-4AD1-ACF9-B4127D9BAFE8}" type="presParOf" srcId="{F1425F01-F93A-48CE-A010-A8D6A18B9ACD}" destId="{7D7DC524-1A22-44C6-A388-705CF873E23A}" srcOrd="4" destOrd="0" presId="urn:microsoft.com/office/officeart/2009/3/layout/PlusandMinus"/>
    <dgm:cxn modelId="{303F5082-4F49-4A24-8246-44D78CE32D52}" type="presParOf" srcId="{F1425F01-F93A-48CE-A010-A8D6A18B9ACD}" destId="{53006303-9C71-4655-87FE-3224D2D11E2C}" srcOrd="5" destOrd="0" presId="urn:microsoft.com/office/officeart/2009/3/layout/PlusandMinu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09395B0-6456-482C-98D9-6B832E678C0C}" type="doc">
      <dgm:prSet loTypeId="urn:microsoft.com/office/officeart/2009/3/layout/PlusandMinus" loCatId="relationship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425F01-F93A-48CE-A010-A8D6A18B9ACD}" type="pres">
      <dgm:prSet presAssocID="{D09395B0-6456-482C-98D9-6B832E678C0C}" presName="Name0" presStyleCnt="0">
        <dgm:presLayoutVars>
          <dgm:chMax val="2"/>
          <dgm:chPref val="2"/>
          <dgm:dir/>
          <dgm:animOne/>
          <dgm:resizeHandles val="exact"/>
        </dgm:presLayoutVars>
      </dgm:prSet>
      <dgm:spPr/>
    </dgm:pt>
    <dgm:pt modelId="{8DAB1A89-66F4-48D8-97EF-589351CF652F}" type="pres">
      <dgm:prSet presAssocID="{D09395B0-6456-482C-98D9-6B832E678C0C}" presName="Background" presStyleLbl="bgImgPlace1" presStyleIdx="0" presStyleCnt="1" custScaleX="114943"/>
      <dgm:spPr/>
    </dgm:pt>
    <dgm:pt modelId="{A6A580AB-F2CA-48C8-BA8E-68ECFD5CC397}" type="pres">
      <dgm:prSet presAssocID="{D09395B0-6456-482C-98D9-6B832E678C0C}" presName="Parent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3103DF15-199D-496E-BC1F-C14EAABFAA83}" type="pres">
      <dgm:prSet presAssocID="{D09395B0-6456-482C-98D9-6B832E678C0C}" presName="ParentText2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7DD807F5-2452-4DD6-9C16-C4DD73943488}" type="pres">
      <dgm:prSet presAssocID="{D09395B0-6456-482C-98D9-6B832E678C0C}" presName="Plus" presStyleLbl="alignNode1" presStyleIdx="0" presStyleCnt="2"/>
      <dgm:spPr/>
    </dgm:pt>
    <dgm:pt modelId="{7D7DC524-1A22-44C6-A388-705CF873E23A}" type="pres">
      <dgm:prSet presAssocID="{D09395B0-6456-482C-98D9-6B832E678C0C}" presName="Minus" presStyleLbl="alignNode1" presStyleIdx="1" presStyleCnt="2"/>
      <dgm:spPr/>
    </dgm:pt>
    <dgm:pt modelId="{53006303-9C71-4655-87FE-3224D2D11E2C}" type="pres">
      <dgm:prSet presAssocID="{D09395B0-6456-482C-98D9-6B832E678C0C}" presName="Divider" presStyleLbl="parChTrans1D1" presStyleIdx="0" presStyleCnt="1"/>
      <dgm:spPr/>
    </dgm:pt>
  </dgm:ptLst>
  <dgm:cxnLst>
    <dgm:cxn modelId="{84718078-992F-4BE3-9E7D-470DD50A8FB3}" type="presOf" srcId="{D09395B0-6456-482C-98D9-6B832E678C0C}" destId="{F1425F01-F93A-48CE-A010-A8D6A18B9ACD}" srcOrd="0" destOrd="0" presId="urn:microsoft.com/office/officeart/2009/3/layout/PlusandMinus"/>
    <dgm:cxn modelId="{09A62A27-7CDD-4F7C-AD4D-5D1648A3D169}" type="presParOf" srcId="{F1425F01-F93A-48CE-A010-A8D6A18B9ACD}" destId="{8DAB1A89-66F4-48D8-97EF-589351CF652F}" srcOrd="0" destOrd="0" presId="urn:microsoft.com/office/officeart/2009/3/layout/PlusandMinus"/>
    <dgm:cxn modelId="{0D198BBE-D97F-4663-9A00-A9CD7A964BF8}" type="presParOf" srcId="{F1425F01-F93A-48CE-A010-A8D6A18B9ACD}" destId="{A6A580AB-F2CA-48C8-BA8E-68ECFD5CC397}" srcOrd="1" destOrd="0" presId="urn:microsoft.com/office/officeart/2009/3/layout/PlusandMinus"/>
    <dgm:cxn modelId="{1EF76CDF-664E-42FB-97F0-5C951D299E29}" type="presParOf" srcId="{F1425F01-F93A-48CE-A010-A8D6A18B9ACD}" destId="{3103DF15-199D-496E-BC1F-C14EAABFAA83}" srcOrd="2" destOrd="0" presId="urn:microsoft.com/office/officeart/2009/3/layout/PlusandMinus"/>
    <dgm:cxn modelId="{0D62D54A-D507-4B52-A8CE-E8E835C38E7E}" type="presParOf" srcId="{F1425F01-F93A-48CE-A010-A8D6A18B9ACD}" destId="{7DD807F5-2452-4DD6-9C16-C4DD73943488}" srcOrd="3" destOrd="0" presId="urn:microsoft.com/office/officeart/2009/3/layout/PlusandMinus"/>
    <dgm:cxn modelId="{1D3A7BF7-8894-4AD1-ACF9-B4127D9BAFE8}" type="presParOf" srcId="{F1425F01-F93A-48CE-A010-A8D6A18B9ACD}" destId="{7D7DC524-1A22-44C6-A388-705CF873E23A}" srcOrd="4" destOrd="0" presId="urn:microsoft.com/office/officeart/2009/3/layout/PlusandMinus"/>
    <dgm:cxn modelId="{303F5082-4F49-4A24-8246-44D78CE32D52}" type="presParOf" srcId="{F1425F01-F93A-48CE-A010-A8D6A18B9ACD}" destId="{53006303-9C71-4655-87FE-3224D2D11E2C}" srcOrd="5" destOrd="0" presId="urn:microsoft.com/office/officeart/2009/3/layout/PlusandMinu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28AE77E-6098-45A3-8BAA-1AF855DDB45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D9806B-45C6-4ED8-8D29-84EF816DD804}">
      <dgm:prSet phldrT="[Text]"/>
      <dgm:spPr/>
      <dgm:t>
        <a:bodyPr/>
        <a:lstStyle/>
        <a:p>
          <a:pPr>
            <a:buNone/>
          </a:pPr>
          <a:r>
            <a:rPr lang="en-US" dirty="0"/>
            <a:t>Student Query</a:t>
          </a:r>
        </a:p>
      </dgm:t>
    </dgm:pt>
    <dgm:pt modelId="{5AC506EC-A930-45DA-A799-62ABF6F81A03}" type="parTrans" cxnId="{7C7D0566-AB4E-4A75-BB50-1DE1AFE7342E}">
      <dgm:prSet/>
      <dgm:spPr/>
      <dgm:t>
        <a:bodyPr/>
        <a:lstStyle/>
        <a:p>
          <a:endParaRPr lang="en-US"/>
        </a:p>
      </dgm:t>
    </dgm:pt>
    <dgm:pt modelId="{C351B2AA-06DB-4A72-946C-7ECD2A07A8BD}" type="sibTrans" cxnId="{7C7D0566-AB4E-4A75-BB50-1DE1AFE7342E}">
      <dgm:prSet/>
      <dgm:spPr/>
      <dgm:t>
        <a:bodyPr/>
        <a:lstStyle/>
        <a:p>
          <a:endParaRPr lang="en-US"/>
        </a:p>
      </dgm:t>
    </dgm:pt>
    <dgm:pt modelId="{A503BA04-0190-4EEB-BA87-EF49228743C5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"How to add 1/2 + 1/3?"</a:t>
          </a:r>
        </a:p>
      </dgm:t>
    </dgm:pt>
    <dgm:pt modelId="{A85116C6-21A9-4085-981B-2853688802E4}" type="parTrans" cxnId="{0BC98F12-697F-4AF8-96C5-D12F000FAD63}">
      <dgm:prSet/>
      <dgm:spPr/>
      <dgm:t>
        <a:bodyPr/>
        <a:lstStyle/>
        <a:p>
          <a:endParaRPr lang="en-US"/>
        </a:p>
      </dgm:t>
    </dgm:pt>
    <dgm:pt modelId="{8652DC79-8353-4213-A28D-EB7FB2825A7B}" type="sibTrans" cxnId="{0BC98F12-697F-4AF8-96C5-D12F000FAD63}">
      <dgm:prSet/>
      <dgm:spPr/>
      <dgm:t>
        <a:bodyPr/>
        <a:lstStyle/>
        <a:p>
          <a:endParaRPr lang="en-US"/>
        </a:p>
      </dgm:t>
    </dgm:pt>
    <dgm:pt modelId="{DA772647-3B58-4702-83CF-3A94A00D9F4E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"What is √16?"</a:t>
          </a:r>
        </a:p>
      </dgm:t>
    </dgm:pt>
    <dgm:pt modelId="{294F88C8-39FF-4FC3-B58C-5D2D51F8A9C6}" type="parTrans" cxnId="{D10EB8E7-F8FB-4CC1-9B77-3C36BB7674CD}">
      <dgm:prSet/>
      <dgm:spPr/>
      <dgm:t>
        <a:bodyPr/>
        <a:lstStyle/>
        <a:p>
          <a:endParaRPr lang="en-US"/>
        </a:p>
      </dgm:t>
    </dgm:pt>
    <dgm:pt modelId="{9904BAE1-B511-4575-B2DE-22972E50CA83}" type="sibTrans" cxnId="{D10EB8E7-F8FB-4CC1-9B77-3C36BB7674CD}">
      <dgm:prSet/>
      <dgm:spPr/>
      <dgm:t>
        <a:bodyPr/>
        <a:lstStyle/>
        <a:p>
          <a:endParaRPr lang="en-US"/>
        </a:p>
      </dgm:t>
    </dgm:pt>
    <dgm:pt modelId="{D9621727-9114-414E-A1B1-1D74E2C7F28E}">
      <dgm:prSet phldrT="[Text]"/>
      <dgm:spPr>
        <a:solidFill>
          <a:srgbClr val="CC0099"/>
        </a:solidFill>
      </dgm:spPr>
      <dgm:t>
        <a:bodyPr/>
        <a:lstStyle/>
        <a:p>
          <a:pPr>
            <a:buNone/>
          </a:pPr>
          <a:r>
            <a:rPr lang="en-US" dirty="0"/>
            <a:t>OCR + Basic RAG</a:t>
          </a:r>
        </a:p>
      </dgm:t>
    </dgm:pt>
    <dgm:pt modelId="{95E35381-58CB-49E6-961A-BD9104598B84}" type="parTrans" cxnId="{0B58379B-80C6-499F-B7BE-FDDDD76E01C5}">
      <dgm:prSet/>
      <dgm:spPr/>
      <dgm:t>
        <a:bodyPr/>
        <a:lstStyle/>
        <a:p>
          <a:endParaRPr lang="en-US"/>
        </a:p>
      </dgm:t>
    </dgm:pt>
    <dgm:pt modelId="{2622CF64-87BB-43F3-8A08-A3A3EDD3FF0B}" type="sibTrans" cxnId="{0B58379B-80C6-499F-B7BE-FDDDD76E01C5}">
      <dgm:prSet/>
      <dgm:spPr/>
      <dgm:t>
        <a:bodyPr/>
        <a:lstStyle/>
        <a:p>
          <a:endParaRPr lang="en-US"/>
        </a:p>
      </dgm:t>
    </dgm:pt>
    <dgm:pt modelId="{88C5D724-393D-44BB-9502-A89D76379367}">
      <dgm:prSet phldrT="[Text]"/>
      <dgm:spPr>
        <a:solidFill>
          <a:srgbClr val="F9BDE4">
            <a:alpha val="89804"/>
          </a:srgb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"Fractions are parts of a whole..." </a:t>
          </a:r>
        </a:p>
      </dgm:t>
    </dgm:pt>
    <dgm:pt modelId="{58DE989B-4427-4A00-9506-BDE8B6049A26}" type="parTrans" cxnId="{3093320C-38CB-42DA-8DE5-BA81154D88D8}">
      <dgm:prSet/>
      <dgm:spPr/>
      <dgm:t>
        <a:bodyPr/>
        <a:lstStyle/>
        <a:p>
          <a:endParaRPr lang="en-US"/>
        </a:p>
      </dgm:t>
    </dgm:pt>
    <dgm:pt modelId="{AB59F7D4-CB6C-4B82-A8DF-C503EC5FF99A}" type="sibTrans" cxnId="{3093320C-38CB-42DA-8DE5-BA81154D88D8}">
      <dgm:prSet/>
      <dgm:spPr/>
      <dgm:t>
        <a:bodyPr/>
        <a:lstStyle/>
        <a:p>
          <a:endParaRPr lang="en-US"/>
        </a:p>
      </dgm:t>
    </dgm:pt>
    <dgm:pt modelId="{6D43601F-E267-4282-AB70-57BA572719B8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pPr>
            <a:buNone/>
          </a:pPr>
          <a:r>
            <a:rPr lang="en-US" dirty="0"/>
            <a:t>Enhanced RAG</a:t>
          </a:r>
        </a:p>
      </dgm:t>
    </dgm:pt>
    <dgm:pt modelId="{B24BB52C-5020-4947-8E07-8445DF7D992B}" type="parTrans" cxnId="{CBB38D26-0EDF-4911-B7AE-6D0488F6B009}">
      <dgm:prSet/>
      <dgm:spPr/>
      <dgm:t>
        <a:bodyPr/>
        <a:lstStyle/>
        <a:p>
          <a:endParaRPr lang="en-US"/>
        </a:p>
      </dgm:t>
    </dgm:pt>
    <dgm:pt modelId="{054C5D14-4010-4ACD-B5DA-6C98B9B9DF79}" type="sibTrans" cxnId="{CBB38D26-0EDF-4911-B7AE-6D0488F6B009}">
      <dgm:prSet/>
      <dgm:spPr/>
      <dgm:t>
        <a:bodyPr/>
        <a:lstStyle/>
        <a:p>
          <a:endParaRPr lang="en-US"/>
        </a:p>
      </dgm:t>
    </dgm:pt>
    <dgm:pt modelId="{1A5783C1-FD0A-4E39-9AC9-8B05152CF373}">
      <dgm:prSet phldrT="[Text]"/>
      <dgm:spPr>
        <a:solidFill>
          <a:schemeClr val="accent6">
            <a:lumMod val="60000"/>
            <a:lumOff val="40000"/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"Step 1: Find LCD=6, Step 2: Convert..." </a:t>
          </a:r>
        </a:p>
      </dgm:t>
    </dgm:pt>
    <dgm:pt modelId="{B287D5C2-51B8-4A4B-80F4-1379A0889183}" type="parTrans" cxnId="{C4524F62-3B26-4BA6-B321-EAA80F372122}">
      <dgm:prSet/>
      <dgm:spPr/>
      <dgm:t>
        <a:bodyPr/>
        <a:lstStyle/>
        <a:p>
          <a:endParaRPr lang="en-US"/>
        </a:p>
      </dgm:t>
    </dgm:pt>
    <dgm:pt modelId="{213E369A-E39C-4E77-8D0E-B2D3089753FC}" type="sibTrans" cxnId="{C4524F62-3B26-4BA6-B321-EAA80F372122}">
      <dgm:prSet/>
      <dgm:spPr/>
      <dgm:t>
        <a:bodyPr/>
        <a:lstStyle/>
        <a:p>
          <a:endParaRPr lang="en-US"/>
        </a:p>
      </dgm:t>
    </dgm:pt>
    <dgm:pt modelId="{9D4CAEEC-B998-4535-9803-AAD0FE060142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"Solve Exercise 2.4"</a:t>
          </a:r>
        </a:p>
      </dgm:t>
    </dgm:pt>
    <dgm:pt modelId="{FD8BB9DD-0487-44DC-AB28-D68DF0763889}" type="parTrans" cxnId="{98CA588A-AE33-4794-B023-51CEB7CAEFB5}">
      <dgm:prSet/>
      <dgm:spPr/>
      <dgm:t>
        <a:bodyPr/>
        <a:lstStyle/>
        <a:p>
          <a:endParaRPr lang="en-US"/>
        </a:p>
      </dgm:t>
    </dgm:pt>
    <dgm:pt modelId="{DE5D0BD7-1391-4369-87E8-B8A944D02CA8}" type="sibTrans" cxnId="{98CA588A-AE33-4794-B023-51CEB7CAEFB5}">
      <dgm:prSet/>
      <dgm:spPr/>
      <dgm:t>
        <a:bodyPr/>
        <a:lstStyle/>
        <a:p>
          <a:endParaRPr lang="en-US"/>
        </a:p>
      </dgm:t>
    </dgm:pt>
    <dgm:pt modelId="{F10523CF-040B-4F0F-A0DF-95413648299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"What is the Internet?"</a:t>
          </a:r>
        </a:p>
      </dgm:t>
    </dgm:pt>
    <dgm:pt modelId="{C8900F90-5CD7-4E1E-85E1-338726D9A40B}" type="parTrans" cxnId="{D85DE0AA-A526-45ED-926D-5E53C615D429}">
      <dgm:prSet/>
      <dgm:spPr/>
      <dgm:t>
        <a:bodyPr/>
        <a:lstStyle/>
        <a:p>
          <a:endParaRPr lang="en-US"/>
        </a:p>
      </dgm:t>
    </dgm:pt>
    <dgm:pt modelId="{4635EC55-8451-4367-A230-234641AB2C3A}" type="sibTrans" cxnId="{D85DE0AA-A526-45ED-926D-5E53C615D429}">
      <dgm:prSet/>
      <dgm:spPr/>
      <dgm:t>
        <a:bodyPr/>
        <a:lstStyle/>
        <a:p>
          <a:endParaRPr lang="en-US"/>
        </a:p>
      </dgm:t>
    </dgm:pt>
    <dgm:pt modelId="{3BD702F8-5456-4025-AD3F-0274D495E57F}">
      <dgm:prSet phldrT="[Text]"/>
      <dgm:spPr>
        <a:solidFill>
          <a:srgbClr val="F9BDE4">
            <a:alpha val="89804"/>
          </a:srgb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"V16 = ?" (OCR error) </a:t>
          </a:r>
        </a:p>
      </dgm:t>
    </dgm:pt>
    <dgm:pt modelId="{4D5E69D3-D9CD-4736-B776-0CAAF28AB7E1}" type="parTrans" cxnId="{82911A55-7451-407A-90F5-D8B062D73BDB}">
      <dgm:prSet/>
      <dgm:spPr/>
      <dgm:t>
        <a:bodyPr/>
        <a:lstStyle/>
        <a:p>
          <a:endParaRPr lang="en-US"/>
        </a:p>
      </dgm:t>
    </dgm:pt>
    <dgm:pt modelId="{7A3E781B-B681-4ABB-96E0-897350456061}" type="sibTrans" cxnId="{82911A55-7451-407A-90F5-D8B062D73BDB}">
      <dgm:prSet/>
      <dgm:spPr/>
      <dgm:t>
        <a:bodyPr/>
        <a:lstStyle/>
        <a:p>
          <a:endParaRPr lang="en-US"/>
        </a:p>
      </dgm:t>
    </dgm:pt>
    <dgm:pt modelId="{AAA92246-ED3D-4554-93CE-538847FE1FF5}">
      <dgm:prSet phldrT="[Text]"/>
      <dgm:spPr>
        <a:solidFill>
          <a:srgbClr val="F9BDE4">
            <a:alpha val="89804"/>
          </a:srgb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Random chapter content </a:t>
          </a:r>
        </a:p>
      </dgm:t>
    </dgm:pt>
    <dgm:pt modelId="{41916561-DF4D-46F0-96CC-EC9ADF32247C}" type="parTrans" cxnId="{1EB862B1-87A3-4815-A9C3-2F062619E4BF}">
      <dgm:prSet/>
      <dgm:spPr/>
      <dgm:t>
        <a:bodyPr/>
        <a:lstStyle/>
        <a:p>
          <a:endParaRPr lang="en-US"/>
        </a:p>
      </dgm:t>
    </dgm:pt>
    <dgm:pt modelId="{AD659EA2-06F3-4CA6-B510-AE163568D51D}" type="sibTrans" cxnId="{1EB862B1-87A3-4815-A9C3-2F062619E4BF}">
      <dgm:prSet/>
      <dgm:spPr/>
      <dgm:t>
        <a:bodyPr/>
        <a:lstStyle/>
        <a:p>
          <a:endParaRPr lang="en-US"/>
        </a:p>
      </dgm:t>
    </dgm:pt>
    <dgm:pt modelId="{20032E4D-1568-4226-B4D0-EFAB9845B66F}">
      <dgm:prSet phldrT="[Text]"/>
      <dgm:spPr>
        <a:solidFill>
          <a:srgbClr val="F9BDE4">
            <a:alpha val="89804"/>
          </a:srgb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Generic definition </a:t>
          </a:r>
        </a:p>
      </dgm:t>
    </dgm:pt>
    <dgm:pt modelId="{36F1CD35-BDBD-4F93-91A8-C50FDF0A09CD}" type="parTrans" cxnId="{B268B4F9-136F-4747-A863-AE4532A9C21C}">
      <dgm:prSet/>
      <dgm:spPr/>
      <dgm:t>
        <a:bodyPr/>
        <a:lstStyle/>
        <a:p>
          <a:endParaRPr lang="en-US"/>
        </a:p>
      </dgm:t>
    </dgm:pt>
    <dgm:pt modelId="{3F849D71-1E6E-47B2-852B-934E2716E3E7}" type="sibTrans" cxnId="{B268B4F9-136F-4747-A863-AE4532A9C21C}">
      <dgm:prSet/>
      <dgm:spPr/>
      <dgm:t>
        <a:bodyPr/>
        <a:lstStyle/>
        <a:p>
          <a:endParaRPr lang="en-US"/>
        </a:p>
      </dgm:t>
    </dgm:pt>
    <dgm:pt modelId="{D83FB30E-6CFD-4994-8B65-A2DD5D3DD0CE}">
      <dgm:prSet phldrT="[Text]"/>
      <dgm:spPr>
        <a:solidFill>
          <a:schemeClr val="accent6">
            <a:lumMod val="60000"/>
            <a:lumOff val="40000"/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"√16 = 4 because 4×4=16" </a:t>
          </a:r>
        </a:p>
      </dgm:t>
    </dgm:pt>
    <dgm:pt modelId="{E9C2540F-9E1C-4157-A36A-89DD3522D2A6}" type="parTrans" cxnId="{4C5D2450-5EF3-4C60-910A-509107E76E36}">
      <dgm:prSet/>
      <dgm:spPr/>
      <dgm:t>
        <a:bodyPr/>
        <a:lstStyle/>
        <a:p>
          <a:endParaRPr lang="en-US"/>
        </a:p>
      </dgm:t>
    </dgm:pt>
    <dgm:pt modelId="{2BDADE4E-AC59-4D76-B168-5608E2507D20}" type="sibTrans" cxnId="{4C5D2450-5EF3-4C60-910A-509107E76E36}">
      <dgm:prSet/>
      <dgm:spPr/>
      <dgm:t>
        <a:bodyPr/>
        <a:lstStyle/>
        <a:p>
          <a:endParaRPr lang="en-US"/>
        </a:p>
      </dgm:t>
    </dgm:pt>
    <dgm:pt modelId="{8CC05FB1-FDFE-4CE5-A8D1-585B471E5BAF}">
      <dgm:prSet phldrT="[Text]"/>
      <dgm:spPr>
        <a:solidFill>
          <a:schemeClr val="accent6">
            <a:lumMod val="60000"/>
            <a:lumOff val="40000"/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Exact exercise with solution </a:t>
          </a:r>
        </a:p>
      </dgm:t>
    </dgm:pt>
    <dgm:pt modelId="{7283314B-D638-4FCF-990D-432ED0968BF1}" type="parTrans" cxnId="{B4245BAA-AF7A-40DF-B8D5-6395F9396D21}">
      <dgm:prSet/>
      <dgm:spPr/>
      <dgm:t>
        <a:bodyPr/>
        <a:lstStyle/>
        <a:p>
          <a:endParaRPr lang="en-US"/>
        </a:p>
      </dgm:t>
    </dgm:pt>
    <dgm:pt modelId="{A33C6EFF-90E4-4133-B3FF-06C6EB77DC1C}" type="sibTrans" cxnId="{B4245BAA-AF7A-40DF-B8D5-6395F9396D21}">
      <dgm:prSet/>
      <dgm:spPr/>
      <dgm:t>
        <a:bodyPr/>
        <a:lstStyle/>
        <a:p>
          <a:endParaRPr lang="en-US"/>
        </a:p>
      </dgm:t>
    </dgm:pt>
    <dgm:pt modelId="{94F8AB12-AAFC-4671-B522-2F86C986312B}">
      <dgm:prSet phldrT="[Text]"/>
      <dgm:spPr>
        <a:solidFill>
          <a:schemeClr val="accent6">
            <a:lumMod val="60000"/>
            <a:lumOff val="40000"/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Textbook definition + examples </a:t>
          </a:r>
        </a:p>
      </dgm:t>
    </dgm:pt>
    <dgm:pt modelId="{0D89D139-A4D9-4F0A-BF4D-6C3F1B8968A5}" type="parTrans" cxnId="{A2264F04-0CA3-4753-BACD-89CCF246823E}">
      <dgm:prSet/>
      <dgm:spPr/>
      <dgm:t>
        <a:bodyPr/>
        <a:lstStyle/>
        <a:p>
          <a:endParaRPr lang="en-US"/>
        </a:p>
      </dgm:t>
    </dgm:pt>
    <dgm:pt modelId="{2BAE486C-ABC4-4EE3-A10E-7CFCD5905BE8}" type="sibTrans" cxnId="{A2264F04-0CA3-4753-BACD-89CCF246823E}">
      <dgm:prSet/>
      <dgm:spPr/>
      <dgm:t>
        <a:bodyPr/>
        <a:lstStyle/>
        <a:p>
          <a:endParaRPr lang="en-US"/>
        </a:p>
      </dgm:t>
    </dgm:pt>
    <dgm:pt modelId="{A6E344AD-F5AC-4810-9282-4B1E0EE13DAB}" type="pres">
      <dgm:prSet presAssocID="{B28AE77E-6098-45A3-8BAA-1AF855DDB45A}" presName="Name0" presStyleCnt="0">
        <dgm:presLayoutVars>
          <dgm:dir/>
          <dgm:animLvl val="lvl"/>
          <dgm:resizeHandles val="exact"/>
        </dgm:presLayoutVars>
      </dgm:prSet>
      <dgm:spPr/>
    </dgm:pt>
    <dgm:pt modelId="{69F3527D-6A30-45EA-8B03-CB4E6C64AA3B}" type="pres">
      <dgm:prSet presAssocID="{99D9806B-45C6-4ED8-8D29-84EF816DD804}" presName="composite" presStyleCnt="0"/>
      <dgm:spPr/>
    </dgm:pt>
    <dgm:pt modelId="{F1208E6F-0B36-422D-BFA7-8B1CE0FD3F09}" type="pres">
      <dgm:prSet presAssocID="{99D9806B-45C6-4ED8-8D29-84EF816DD80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56E95EA-FD1F-4404-8318-A28D9E7C70DE}" type="pres">
      <dgm:prSet presAssocID="{99D9806B-45C6-4ED8-8D29-84EF816DD804}" presName="desTx" presStyleLbl="alignAccFollowNode1" presStyleIdx="0" presStyleCnt="3">
        <dgm:presLayoutVars>
          <dgm:bulletEnabled val="1"/>
        </dgm:presLayoutVars>
      </dgm:prSet>
      <dgm:spPr/>
    </dgm:pt>
    <dgm:pt modelId="{DF486CE4-479F-455D-88A0-4A716B88F8F5}" type="pres">
      <dgm:prSet presAssocID="{C351B2AA-06DB-4A72-946C-7ECD2A07A8BD}" presName="space" presStyleCnt="0"/>
      <dgm:spPr/>
    </dgm:pt>
    <dgm:pt modelId="{D12FF2B8-B1E3-484C-A13B-3C10006A99E6}" type="pres">
      <dgm:prSet presAssocID="{D9621727-9114-414E-A1B1-1D74E2C7F28E}" presName="composite" presStyleCnt="0"/>
      <dgm:spPr/>
    </dgm:pt>
    <dgm:pt modelId="{567AF272-8353-4BB1-8B21-D93154623AD8}" type="pres">
      <dgm:prSet presAssocID="{D9621727-9114-414E-A1B1-1D74E2C7F28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6465FD1-9D48-470A-BFE0-23D9387A113F}" type="pres">
      <dgm:prSet presAssocID="{D9621727-9114-414E-A1B1-1D74E2C7F28E}" presName="desTx" presStyleLbl="alignAccFollowNode1" presStyleIdx="1" presStyleCnt="3">
        <dgm:presLayoutVars>
          <dgm:bulletEnabled val="1"/>
        </dgm:presLayoutVars>
      </dgm:prSet>
      <dgm:spPr/>
    </dgm:pt>
    <dgm:pt modelId="{D75F3C37-8C6A-4D94-A4D0-33C79AEAC104}" type="pres">
      <dgm:prSet presAssocID="{2622CF64-87BB-43F3-8A08-A3A3EDD3FF0B}" presName="space" presStyleCnt="0"/>
      <dgm:spPr/>
    </dgm:pt>
    <dgm:pt modelId="{186975B7-1CBF-4BB1-8D41-1CA7B51A06E1}" type="pres">
      <dgm:prSet presAssocID="{6D43601F-E267-4282-AB70-57BA572719B8}" presName="composite" presStyleCnt="0"/>
      <dgm:spPr/>
    </dgm:pt>
    <dgm:pt modelId="{63BD4F87-393A-42D4-BBE2-1BE38801519D}" type="pres">
      <dgm:prSet presAssocID="{6D43601F-E267-4282-AB70-57BA572719B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FB747534-DABB-49BF-AB99-2DE0F713107D}" type="pres">
      <dgm:prSet presAssocID="{6D43601F-E267-4282-AB70-57BA572719B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2264F04-0CA3-4753-BACD-89CCF246823E}" srcId="{6D43601F-E267-4282-AB70-57BA572719B8}" destId="{94F8AB12-AAFC-4671-B522-2F86C986312B}" srcOrd="3" destOrd="0" parTransId="{0D89D139-A4D9-4F0A-BF4D-6C3F1B8968A5}" sibTransId="{2BAE486C-ABC4-4EE3-A10E-7CFCD5905BE8}"/>
    <dgm:cxn modelId="{C3AD9B08-0D69-4847-B04E-E97036B5B858}" type="presOf" srcId="{1A5783C1-FD0A-4E39-9AC9-8B05152CF373}" destId="{FB747534-DABB-49BF-AB99-2DE0F713107D}" srcOrd="0" destOrd="0" presId="urn:microsoft.com/office/officeart/2005/8/layout/hList1"/>
    <dgm:cxn modelId="{4D537109-8DAA-476B-AB93-4BA7E1D06CE6}" type="presOf" srcId="{8CC05FB1-FDFE-4CE5-A8D1-585B471E5BAF}" destId="{FB747534-DABB-49BF-AB99-2DE0F713107D}" srcOrd="0" destOrd="2" presId="urn:microsoft.com/office/officeart/2005/8/layout/hList1"/>
    <dgm:cxn modelId="{3093320C-38CB-42DA-8DE5-BA81154D88D8}" srcId="{D9621727-9114-414E-A1B1-1D74E2C7F28E}" destId="{88C5D724-393D-44BB-9502-A89D76379367}" srcOrd="0" destOrd="0" parTransId="{58DE989B-4427-4A00-9506-BDE8B6049A26}" sibTransId="{AB59F7D4-CB6C-4B82-A8DF-C503EC5FF99A}"/>
    <dgm:cxn modelId="{0BC98F12-697F-4AF8-96C5-D12F000FAD63}" srcId="{99D9806B-45C6-4ED8-8D29-84EF816DD804}" destId="{A503BA04-0190-4EEB-BA87-EF49228743C5}" srcOrd="0" destOrd="0" parTransId="{A85116C6-21A9-4085-981B-2853688802E4}" sibTransId="{8652DC79-8353-4213-A28D-EB7FB2825A7B}"/>
    <dgm:cxn modelId="{3E56D11D-2FF6-4E2B-B8AB-30176ACC51F1}" type="presOf" srcId="{88C5D724-393D-44BB-9502-A89D76379367}" destId="{46465FD1-9D48-470A-BFE0-23D9387A113F}" srcOrd="0" destOrd="0" presId="urn:microsoft.com/office/officeart/2005/8/layout/hList1"/>
    <dgm:cxn modelId="{CBB38D26-0EDF-4911-B7AE-6D0488F6B009}" srcId="{B28AE77E-6098-45A3-8BAA-1AF855DDB45A}" destId="{6D43601F-E267-4282-AB70-57BA572719B8}" srcOrd="2" destOrd="0" parTransId="{B24BB52C-5020-4947-8E07-8445DF7D992B}" sibTransId="{054C5D14-4010-4ACD-B5DA-6C98B9B9DF79}"/>
    <dgm:cxn modelId="{C4524F62-3B26-4BA6-B321-EAA80F372122}" srcId="{6D43601F-E267-4282-AB70-57BA572719B8}" destId="{1A5783C1-FD0A-4E39-9AC9-8B05152CF373}" srcOrd="0" destOrd="0" parTransId="{B287D5C2-51B8-4A4B-80F4-1379A0889183}" sibTransId="{213E369A-E39C-4E77-8D0E-B2D3089753FC}"/>
    <dgm:cxn modelId="{7C7D0566-AB4E-4A75-BB50-1DE1AFE7342E}" srcId="{B28AE77E-6098-45A3-8BAA-1AF855DDB45A}" destId="{99D9806B-45C6-4ED8-8D29-84EF816DD804}" srcOrd="0" destOrd="0" parTransId="{5AC506EC-A930-45DA-A799-62ABF6F81A03}" sibTransId="{C351B2AA-06DB-4A72-946C-7ECD2A07A8BD}"/>
    <dgm:cxn modelId="{C54AD366-9F46-4CB8-BB5C-E36057395D8E}" type="presOf" srcId="{6D43601F-E267-4282-AB70-57BA572719B8}" destId="{63BD4F87-393A-42D4-BBE2-1BE38801519D}" srcOrd="0" destOrd="0" presId="urn:microsoft.com/office/officeart/2005/8/layout/hList1"/>
    <dgm:cxn modelId="{8F33C26B-B644-42A2-8FD2-96B35409F8F1}" type="presOf" srcId="{AAA92246-ED3D-4554-93CE-538847FE1FF5}" destId="{46465FD1-9D48-470A-BFE0-23D9387A113F}" srcOrd="0" destOrd="2" presId="urn:microsoft.com/office/officeart/2005/8/layout/hList1"/>
    <dgm:cxn modelId="{4C5D2450-5EF3-4C60-910A-509107E76E36}" srcId="{6D43601F-E267-4282-AB70-57BA572719B8}" destId="{D83FB30E-6CFD-4994-8B65-A2DD5D3DD0CE}" srcOrd="1" destOrd="0" parTransId="{E9C2540F-9E1C-4157-A36A-89DD3522D2A6}" sibTransId="{2BDADE4E-AC59-4D76-B168-5608E2507D20}"/>
    <dgm:cxn modelId="{82911A55-7451-407A-90F5-D8B062D73BDB}" srcId="{D9621727-9114-414E-A1B1-1D74E2C7F28E}" destId="{3BD702F8-5456-4025-AD3F-0274D495E57F}" srcOrd="1" destOrd="0" parTransId="{4D5E69D3-D9CD-4736-B776-0CAAF28AB7E1}" sibTransId="{7A3E781B-B681-4ABB-96E0-897350456061}"/>
    <dgm:cxn modelId="{4F86D687-2DCC-493B-AA13-707B437DDB84}" type="presOf" srcId="{DA772647-3B58-4702-83CF-3A94A00D9F4E}" destId="{956E95EA-FD1F-4404-8318-A28D9E7C70DE}" srcOrd="0" destOrd="1" presId="urn:microsoft.com/office/officeart/2005/8/layout/hList1"/>
    <dgm:cxn modelId="{98CA588A-AE33-4794-B023-51CEB7CAEFB5}" srcId="{99D9806B-45C6-4ED8-8D29-84EF816DD804}" destId="{9D4CAEEC-B998-4535-9803-AAD0FE060142}" srcOrd="2" destOrd="0" parTransId="{FD8BB9DD-0487-44DC-AB28-D68DF0763889}" sibTransId="{DE5D0BD7-1391-4369-87E8-B8A944D02CA8}"/>
    <dgm:cxn modelId="{1A704B9A-9684-45E0-86F4-ADD2B2F17514}" type="presOf" srcId="{99D9806B-45C6-4ED8-8D29-84EF816DD804}" destId="{F1208E6F-0B36-422D-BFA7-8B1CE0FD3F09}" srcOrd="0" destOrd="0" presId="urn:microsoft.com/office/officeart/2005/8/layout/hList1"/>
    <dgm:cxn modelId="{0B58379B-80C6-499F-B7BE-FDDDD76E01C5}" srcId="{B28AE77E-6098-45A3-8BAA-1AF855DDB45A}" destId="{D9621727-9114-414E-A1B1-1D74E2C7F28E}" srcOrd="1" destOrd="0" parTransId="{95E35381-58CB-49E6-961A-BD9104598B84}" sibTransId="{2622CF64-87BB-43F3-8A08-A3A3EDD3FF0B}"/>
    <dgm:cxn modelId="{B4245BAA-AF7A-40DF-B8D5-6395F9396D21}" srcId="{6D43601F-E267-4282-AB70-57BA572719B8}" destId="{8CC05FB1-FDFE-4CE5-A8D1-585B471E5BAF}" srcOrd="2" destOrd="0" parTransId="{7283314B-D638-4FCF-990D-432ED0968BF1}" sibTransId="{A33C6EFF-90E4-4133-B3FF-06C6EB77DC1C}"/>
    <dgm:cxn modelId="{41CA85AA-ADE0-4A1A-B101-612D4A4AF3FD}" type="presOf" srcId="{D9621727-9114-414E-A1B1-1D74E2C7F28E}" destId="{567AF272-8353-4BB1-8B21-D93154623AD8}" srcOrd="0" destOrd="0" presId="urn:microsoft.com/office/officeart/2005/8/layout/hList1"/>
    <dgm:cxn modelId="{D85DE0AA-A526-45ED-926D-5E53C615D429}" srcId="{99D9806B-45C6-4ED8-8D29-84EF816DD804}" destId="{F10523CF-040B-4F0F-A0DF-95413648299A}" srcOrd="3" destOrd="0" parTransId="{C8900F90-5CD7-4E1E-85E1-338726D9A40B}" sibTransId="{4635EC55-8451-4367-A230-234641AB2C3A}"/>
    <dgm:cxn modelId="{3E545AAB-421A-4F59-A8EF-3767ECA62AC0}" type="presOf" srcId="{D83FB30E-6CFD-4994-8B65-A2DD5D3DD0CE}" destId="{FB747534-DABB-49BF-AB99-2DE0F713107D}" srcOrd="0" destOrd="1" presId="urn:microsoft.com/office/officeart/2005/8/layout/hList1"/>
    <dgm:cxn modelId="{E059F8AC-BAD4-46AA-A541-1C1A581F10E5}" type="presOf" srcId="{A503BA04-0190-4EEB-BA87-EF49228743C5}" destId="{956E95EA-FD1F-4404-8318-A28D9E7C70DE}" srcOrd="0" destOrd="0" presId="urn:microsoft.com/office/officeart/2005/8/layout/hList1"/>
    <dgm:cxn modelId="{1EB862B1-87A3-4815-A9C3-2F062619E4BF}" srcId="{D9621727-9114-414E-A1B1-1D74E2C7F28E}" destId="{AAA92246-ED3D-4554-93CE-538847FE1FF5}" srcOrd="2" destOrd="0" parTransId="{41916561-DF4D-46F0-96CC-EC9ADF32247C}" sibTransId="{AD659EA2-06F3-4CA6-B510-AE163568D51D}"/>
    <dgm:cxn modelId="{BB3DCACF-0E97-4F01-86BD-55CFDDF05F7E}" type="presOf" srcId="{94F8AB12-AAFC-4671-B522-2F86C986312B}" destId="{FB747534-DABB-49BF-AB99-2DE0F713107D}" srcOrd="0" destOrd="3" presId="urn:microsoft.com/office/officeart/2005/8/layout/hList1"/>
    <dgm:cxn modelId="{AF72EAD4-9ABE-4719-8B76-B9551DF6FBD6}" type="presOf" srcId="{B28AE77E-6098-45A3-8BAA-1AF855DDB45A}" destId="{A6E344AD-F5AC-4810-9282-4B1E0EE13DAB}" srcOrd="0" destOrd="0" presId="urn:microsoft.com/office/officeart/2005/8/layout/hList1"/>
    <dgm:cxn modelId="{EACB0AD9-DB31-499E-B575-64196107A398}" type="presOf" srcId="{20032E4D-1568-4226-B4D0-EFAB9845B66F}" destId="{46465FD1-9D48-470A-BFE0-23D9387A113F}" srcOrd="0" destOrd="3" presId="urn:microsoft.com/office/officeart/2005/8/layout/hList1"/>
    <dgm:cxn modelId="{EB9F4AE2-59C3-4413-A0FE-7D3DD3BA8AB9}" type="presOf" srcId="{F10523CF-040B-4F0F-A0DF-95413648299A}" destId="{956E95EA-FD1F-4404-8318-A28D9E7C70DE}" srcOrd="0" destOrd="3" presId="urn:microsoft.com/office/officeart/2005/8/layout/hList1"/>
    <dgm:cxn modelId="{D10EB8E7-F8FB-4CC1-9B77-3C36BB7674CD}" srcId="{99D9806B-45C6-4ED8-8D29-84EF816DD804}" destId="{DA772647-3B58-4702-83CF-3A94A00D9F4E}" srcOrd="1" destOrd="0" parTransId="{294F88C8-39FF-4FC3-B58C-5D2D51F8A9C6}" sibTransId="{9904BAE1-B511-4575-B2DE-22972E50CA83}"/>
    <dgm:cxn modelId="{49C8A2F9-A1C3-457D-9B77-0A571C10ADDA}" type="presOf" srcId="{3BD702F8-5456-4025-AD3F-0274D495E57F}" destId="{46465FD1-9D48-470A-BFE0-23D9387A113F}" srcOrd="0" destOrd="1" presId="urn:microsoft.com/office/officeart/2005/8/layout/hList1"/>
    <dgm:cxn modelId="{B268B4F9-136F-4747-A863-AE4532A9C21C}" srcId="{D9621727-9114-414E-A1B1-1D74E2C7F28E}" destId="{20032E4D-1568-4226-B4D0-EFAB9845B66F}" srcOrd="3" destOrd="0" parTransId="{36F1CD35-BDBD-4F93-91A8-C50FDF0A09CD}" sibTransId="{3F849D71-1E6E-47B2-852B-934E2716E3E7}"/>
    <dgm:cxn modelId="{D1A857FE-99FD-4A94-BD02-16446A9E1C06}" type="presOf" srcId="{9D4CAEEC-B998-4535-9803-AAD0FE060142}" destId="{956E95EA-FD1F-4404-8318-A28D9E7C70DE}" srcOrd="0" destOrd="2" presId="urn:microsoft.com/office/officeart/2005/8/layout/hList1"/>
    <dgm:cxn modelId="{DB62183B-31D7-4149-A70A-5DCC464A9A22}" type="presParOf" srcId="{A6E344AD-F5AC-4810-9282-4B1E0EE13DAB}" destId="{69F3527D-6A30-45EA-8B03-CB4E6C64AA3B}" srcOrd="0" destOrd="0" presId="urn:microsoft.com/office/officeart/2005/8/layout/hList1"/>
    <dgm:cxn modelId="{E414D89C-823E-4270-B8B1-ECC3DC315D32}" type="presParOf" srcId="{69F3527D-6A30-45EA-8B03-CB4E6C64AA3B}" destId="{F1208E6F-0B36-422D-BFA7-8B1CE0FD3F09}" srcOrd="0" destOrd="0" presId="urn:microsoft.com/office/officeart/2005/8/layout/hList1"/>
    <dgm:cxn modelId="{8A72EE2E-800D-429D-BCE7-8F0282101EE9}" type="presParOf" srcId="{69F3527D-6A30-45EA-8B03-CB4E6C64AA3B}" destId="{956E95EA-FD1F-4404-8318-A28D9E7C70DE}" srcOrd="1" destOrd="0" presId="urn:microsoft.com/office/officeart/2005/8/layout/hList1"/>
    <dgm:cxn modelId="{1A70A505-7A7E-47AF-A886-E397751A9DFA}" type="presParOf" srcId="{A6E344AD-F5AC-4810-9282-4B1E0EE13DAB}" destId="{DF486CE4-479F-455D-88A0-4A716B88F8F5}" srcOrd="1" destOrd="0" presId="urn:microsoft.com/office/officeart/2005/8/layout/hList1"/>
    <dgm:cxn modelId="{588A8CA0-E03C-4DB8-B830-C9171157EC0E}" type="presParOf" srcId="{A6E344AD-F5AC-4810-9282-4B1E0EE13DAB}" destId="{D12FF2B8-B1E3-484C-A13B-3C10006A99E6}" srcOrd="2" destOrd="0" presId="urn:microsoft.com/office/officeart/2005/8/layout/hList1"/>
    <dgm:cxn modelId="{EE1D59E6-9916-49BD-8DA3-781C83C64770}" type="presParOf" srcId="{D12FF2B8-B1E3-484C-A13B-3C10006A99E6}" destId="{567AF272-8353-4BB1-8B21-D93154623AD8}" srcOrd="0" destOrd="0" presId="urn:microsoft.com/office/officeart/2005/8/layout/hList1"/>
    <dgm:cxn modelId="{6063FA47-DD8D-4FD3-B406-9F5EC09F128E}" type="presParOf" srcId="{D12FF2B8-B1E3-484C-A13B-3C10006A99E6}" destId="{46465FD1-9D48-470A-BFE0-23D9387A113F}" srcOrd="1" destOrd="0" presId="urn:microsoft.com/office/officeart/2005/8/layout/hList1"/>
    <dgm:cxn modelId="{C3631908-5EF2-48CA-94F5-6FA59A0E0377}" type="presParOf" srcId="{A6E344AD-F5AC-4810-9282-4B1E0EE13DAB}" destId="{D75F3C37-8C6A-4D94-A4D0-33C79AEAC104}" srcOrd="3" destOrd="0" presId="urn:microsoft.com/office/officeart/2005/8/layout/hList1"/>
    <dgm:cxn modelId="{D3255DFB-BB98-43CC-9825-99B17C8F91D0}" type="presParOf" srcId="{A6E344AD-F5AC-4810-9282-4B1E0EE13DAB}" destId="{186975B7-1CBF-4BB1-8D41-1CA7B51A06E1}" srcOrd="4" destOrd="0" presId="urn:microsoft.com/office/officeart/2005/8/layout/hList1"/>
    <dgm:cxn modelId="{B19E043D-CDC1-4A32-AD85-07E7BA6E2D47}" type="presParOf" srcId="{186975B7-1CBF-4BB1-8D41-1CA7B51A06E1}" destId="{63BD4F87-393A-42D4-BBE2-1BE38801519D}" srcOrd="0" destOrd="0" presId="urn:microsoft.com/office/officeart/2005/8/layout/hList1"/>
    <dgm:cxn modelId="{D35F41ED-422D-4E65-8289-2CC334BEC7F8}" type="presParOf" srcId="{186975B7-1CBF-4BB1-8D41-1CA7B51A06E1}" destId="{FB747534-DABB-49BF-AB99-2DE0F713107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A136A90-6B59-45AD-BBA1-85AFD032E8F8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20EFBB7-0769-4554-96E3-51B5B6698D5A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sz="2400" dirty="0"/>
            <a:t>Need: Our Solution</a:t>
          </a:r>
          <a:endParaRPr lang="en-US" sz="2400" b="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5DFE748-686E-4A08-944E-9D07F9FA6B48}" type="parTrans" cxnId="{17C9D25A-BC5F-418E-9A4A-29DD9C57BD39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D3AFE35-532F-4AE8-BAB4-DFA3B4B611F6}" type="sibTrans" cxnId="{17C9D25A-BC5F-418E-9A4A-29DD9C57BD39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533B6C7-3203-4AEE-95BC-E867D49C88B5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sz="2000" kern="1200" dirty="0">
              <a:solidFill>
                <a:prstClr val="white"/>
              </a:solidFill>
              <a:latin typeface="Tahoma"/>
              <a:ea typeface="+mn-ea"/>
              <a:cs typeface="+mn-cs"/>
            </a:rPr>
            <a:t>Overwhelm</a:t>
          </a:r>
          <a:r>
            <a:rPr lang="en-US" sz="1400" kern="1200" dirty="0"/>
            <a:t> </a:t>
          </a:r>
          <a:r>
            <a:rPr lang="en-US" sz="2000" kern="1200" dirty="0">
              <a:solidFill>
                <a:prstClr val="white"/>
              </a:solidFill>
              <a:latin typeface="Tahoma"/>
              <a:ea typeface="+mn-ea"/>
              <a:cs typeface="+mn-cs"/>
            </a:rPr>
            <a:t>easily: Clean, calm interface with soft blues</a:t>
          </a:r>
        </a:p>
      </dgm:t>
    </dgm:pt>
    <dgm:pt modelId="{4FCAF1A9-8A97-45AC-B4A5-B91AEE5BC9BB}" type="parTrans" cxnId="{0FE563DE-8338-4B45-BCFD-251C8642CAB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34EAA8A-B09B-42FE-8301-99FBFB2B9BD8}" type="sibTrans" cxnId="{0FE563DE-8338-4B45-BCFD-251C8642CAB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A4045ED-A119-4AA6-9C68-5FB2FD000427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US" sz="2000" dirty="0"/>
            <a:t>Need clarity: Simple language, no jargon</a:t>
          </a:r>
          <a:endParaRPr lang="en-US" sz="20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AFC7164-9B18-4D91-8BCD-E06AEDF44A1B}" type="parTrans" cxnId="{1BD59E24-EEF8-4998-8DB1-3343142CAF57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58335E1-0756-4935-AE41-5B216DCCD948}" type="sibTrans" cxnId="{1BD59E24-EEF8-4998-8DB1-3343142CAF57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F26C141-E1CB-4283-B5E6-EE059FE70A0F}">
      <dgm:prSet phldrT="[Text]" custT="1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sz="2000" dirty="0"/>
            <a:t>Visual learners: Generated images for concepts</a:t>
          </a:r>
          <a:endParaRPr lang="en-US" sz="20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295C213-409D-4940-A9BE-7866204EA680}" type="parTrans" cxnId="{BAAEE58A-96BA-4A84-958E-FA0DFD2F48BE}">
      <dgm:prSet/>
      <dgm:spPr/>
      <dgm:t>
        <a:bodyPr/>
        <a:lstStyle/>
        <a:p>
          <a:endParaRPr lang="en-US"/>
        </a:p>
      </dgm:t>
    </dgm:pt>
    <dgm:pt modelId="{A5E72631-7D8B-4980-9610-BCC20C12E2A8}" type="sibTrans" cxnId="{BAAEE58A-96BA-4A84-958E-FA0DFD2F48BE}">
      <dgm:prSet/>
      <dgm:spPr/>
      <dgm:t>
        <a:bodyPr/>
        <a:lstStyle/>
        <a:p>
          <a:endParaRPr lang="en-US"/>
        </a:p>
      </dgm:t>
    </dgm:pt>
    <dgm:pt modelId="{54016A98-E528-4707-BB2F-E4A80A01D457}">
      <dgm:prSet phldrT="[Text]" custT="1"/>
      <dgm:spPr>
        <a:solidFill>
          <a:schemeClr val="bg2">
            <a:lumMod val="50000"/>
          </a:schemeClr>
        </a:solidFill>
      </dgm:spPr>
      <dgm:t>
        <a:bodyPr/>
        <a:lstStyle/>
        <a:p>
          <a:pPr>
            <a:buNone/>
          </a:pPr>
          <a:r>
            <a:rPr lang="en-US" sz="2000" dirty="0"/>
            <a:t>Audio preference: Text-to-Speech for all answers</a:t>
          </a:r>
          <a:endParaRPr lang="en-US" sz="20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EB49080-21EE-4233-A8AC-4DCCB52DAECE}" type="parTrans" cxnId="{D7B94ADD-6617-4BF5-B20F-32E40323BD8E}">
      <dgm:prSet/>
      <dgm:spPr/>
      <dgm:t>
        <a:bodyPr/>
        <a:lstStyle/>
        <a:p>
          <a:endParaRPr lang="en-US"/>
        </a:p>
      </dgm:t>
    </dgm:pt>
    <dgm:pt modelId="{9EA00D43-7C9C-4DAA-9D1C-D9EECE6694C0}" type="sibTrans" cxnId="{D7B94ADD-6617-4BF5-B20F-32E40323BD8E}">
      <dgm:prSet/>
      <dgm:spPr/>
      <dgm:t>
        <a:bodyPr/>
        <a:lstStyle/>
        <a:p>
          <a:endParaRPr lang="en-US"/>
        </a:p>
      </dgm:t>
    </dgm:pt>
    <dgm:pt modelId="{183A34DF-AA92-49E1-8191-0CF6AD17A6AA}" type="pres">
      <dgm:prSet presAssocID="{2A136A90-6B59-45AD-BBA1-85AFD032E8F8}" presName="linear" presStyleCnt="0">
        <dgm:presLayoutVars>
          <dgm:dir/>
          <dgm:animLvl val="lvl"/>
          <dgm:resizeHandles val="exact"/>
        </dgm:presLayoutVars>
      </dgm:prSet>
      <dgm:spPr/>
    </dgm:pt>
    <dgm:pt modelId="{8F706C0E-1AB2-4161-86CE-4B3594B6EE51}" type="pres">
      <dgm:prSet presAssocID="{620EFBB7-0769-4554-96E3-51B5B6698D5A}" presName="parentLin" presStyleCnt="0"/>
      <dgm:spPr/>
    </dgm:pt>
    <dgm:pt modelId="{428AD880-175D-49F1-A1F6-97F367C387BF}" type="pres">
      <dgm:prSet presAssocID="{620EFBB7-0769-4554-96E3-51B5B6698D5A}" presName="parentLeftMargin" presStyleLbl="node1" presStyleIdx="0" presStyleCnt="5"/>
      <dgm:spPr/>
    </dgm:pt>
    <dgm:pt modelId="{A8B898EB-38C9-408E-9FE2-CB5C874FA50A}" type="pres">
      <dgm:prSet presAssocID="{620EFBB7-0769-4554-96E3-51B5B6698D5A}" presName="parentText" presStyleLbl="node1" presStyleIdx="0" presStyleCnt="5" custScaleX="118310" custScaleY="160644">
        <dgm:presLayoutVars>
          <dgm:chMax val="0"/>
          <dgm:bulletEnabled val="1"/>
        </dgm:presLayoutVars>
      </dgm:prSet>
      <dgm:spPr/>
    </dgm:pt>
    <dgm:pt modelId="{010CCE66-3FB9-4F51-BDBC-33ABD28D8225}" type="pres">
      <dgm:prSet presAssocID="{620EFBB7-0769-4554-96E3-51B5B6698D5A}" presName="negativeSpace" presStyleCnt="0"/>
      <dgm:spPr/>
    </dgm:pt>
    <dgm:pt modelId="{CD67A140-C3A5-43E4-BD28-3C31B61E6EA3}" type="pres">
      <dgm:prSet presAssocID="{620EFBB7-0769-4554-96E3-51B5B6698D5A}" presName="childText" presStyleLbl="conFgAcc1" presStyleIdx="0" presStyleCnt="5">
        <dgm:presLayoutVars>
          <dgm:bulletEnabled val="1"/>
        </dgm:presLayoutVars>
      </dgm:prSet>
      <dgm:spPr/>
    </dgm:pt>
    <dgm:pt modelId="{B5CDED1F-8360-491C-9402-4F19E16BD667}" type="pres">
      <dgm:prSet presAssocID="{FD3AFE35-532F-4AE8-BAB4-DFA3B4B611F6}" presName="spaceBetweenRectangles" presStyleCnt="0"/>
      <dgm:spPr/>
    </dgm:pt>
    <dgm:pt modelId="{77070C8B-4365-4FE5-A117-9CDBA9EA1B7B}" type="pres">
      <dgm:prSet presAssocID="{A533B6C7-3203-4AEE-95BC-E867D49C88B5}" presName="parentLin" presStyleCnt="0"/>
      <dgm:spPr/>
    </dgm:pt>
    <dgm:pt modelId="{1281A6D2-5A4B-4B28-A324-2451A8523897}" type="pres">
      <dgm:prSet presAssocID="{A533B6C7-3203-4AEE-95BC-E867D49C88B5}" presName="parentLeftMargin" presStyleLbl="node1" presStyleIdx="0" presStyleCnt="5"/>
      <dgm:spPr/>
    </dgm:pt>
    <dgm:pt modelId="{9F236B2A-6433-401D-953E-FC86D923A3BE}" type="pres">
      <dgm:prSet presAssocID="{A533B6C7-3203-4AEE-95BC-E867D49C88B5}" presName="parentText" presStyleLbl="node1" presStyleIdx="1" presStyleCnt="5" custScaleX="119247" custScaleY="170310">
        <dgm:presLayoutVars>
          <dgm:chMax val="0"/>
          <dgm:bulletEnabled val="1"/>
        </dgm:presLayoutVars>
      </dgm:prSet>
      <dgm:spPr/>
    </dgm:pt>
    <dgm:pt modelId="{622D5052-0558-4614-99B8-0AD5AD5D765D}" type="pres">
      <dgm:prSet presAssocID="{A533B6C7-3203-4AEE-95BC-E867D49C88B5}" presName="negativeSpace" presStyleCnt="0"/>
      <dgm:spPr/>
    </dgm:pt>
    <dgm:pt modelId="{87E2FD7C-0729-47B8-B1FB-A44E439BE764}" type="pres">
      <dgm:prSet presAssocID="{A533B6C7-3203-4AEE-95BC-E867D49C88B5}" presName="childText" presStyleLbl="conFgAcc1" presStyleIdx="1" presStyleCnt="5">
        <dgm:presLayoutVars>
          <dgm:bulletEnabled val="1"/>
        </dgm:presLayoutVars>
      </dgm:prSet>
      <dgm:spPr/>
    </dgm:pt>
    <dgm:pt modelId="{6052B25F-36DF-4A5F-BA08-1F9785D05B9B}" type="pres">
      <dgm:prSet presAssocID="{634EAA8A-B09B-42FE-8301-99FBFB2B9BD8}" presName="spaceBetweenRectangles" presStyleCnt="0"/>
      <dgm:spPr/>
    </dgm:pt>
    <dgm:pt modelId="{C731DBC8-0E99-4639-ACA2-7ACEFA2844BF}" type="pres">
      <dgm:prSet presAssocID="{4A4045ED-A119-4AA6-9C68-5FB2FD000427}" presName="parentLin" presStyleCnt="0"/>
      <dgm:spPr/>
    </dgm:pt>
    <dgm:pt modelId="{35933558-DB26-4802-B4E2-672716F88346}" type="pres">
      <dgm:prSet presAssocID="{4A4045ED-A119-4AA6-9C68-5FB2FD000427}" presName="parentLeftMargin" presStyleLbl="node1" presStyleIdx="1" presStyleCnt="5"/>
      <dgm:spPr/>
    </dgm:pt>
    <dgm:pt modelId="{12FEB779-618B-4854-88E9-390575D436B8}" type="pres">
      <dgm:prSet presAssocID="{4A4045ED-A119-4AA6-9C68-5FB2FD000427}" presName="parentText" presStyleLbl="node1" presStyleIdx="2" presStyleCnt="5" custScaleX="119360" custScaleY="153804">
        <dgm:presLayoutVars>
          <dgm:chMax val="0"/>
          <dgm:bulletEnabled val="1"/>
        </dgm:presLayoutVars>
      </dgm:prSet>
      <dgm:spPr/>
    </dgm:pt>
    <dgm:pt modelId="{0E7DA70E-372B-453D-9992-B9F46E5D404C}" type="pres">
      <dgm:prSet presAssocID="{4A4045ED-A119-4AA6-9C68-5FB2FD000427}" presName="negativeSpace" presStyleCnt="0"/>
      <dgm:spPr/>
    </dgm:pt>
    <dgm:pt modelId="{E7351307-5BD1-403B-A1BF-1058796C5E99}" type="pres">
      <dgm:prSet presAssocID="{4A4045ED-A119-4AA6-9C68-5FB2FD000427}" presName="childText" presStyleLbl="conFgAcc1" presStyleIdx="2" presStyleCnt="5">
        <dgm:presLayoutVars>
          <dgm:bulletEnabled val="1"/>
        </dgm:presLayoutVars>
      </dgm:prSet>
      <dgm:spPr/>
    </dgm:pt>
    <dgm:pt modelId="{4ADB81E4-7345-4B6A-8E75-0E122B832482}" type="pres">
      <dgm:prSet presAssocID="{858335E1-0756-4935-AE41-5B216DCCD948}" presName="spaceBetweenRectangles" presStyleCnt="0"/>
      <dgm:spPr/>
    </dgm:pt>
    <dgm:pt modelId="{9AC30B24-DC2C-4D91-91B0-5F36ADD66224}" type="pres">
      <dgm:prSet presAssocID="{6F26C141-E1CB-4283-B5E6-EE059FE70A0F}" presName="parentLin" presStyleCnt="0"/>
      <dgm:spPr/>
    </dgm:pt>
    <dgm:pt modelId="{9E95451C-0852-4935-8AD0-304C69C81D63}" type="pres">
      <dgm:prSet presAssocID="{6F26C141-E1CB-4283-B5E6-EE059FE70A0F}" presName="parentLeftMargin" presStyleLbl="node1" presStyleIdx="2" presStyleCnt="5"/>
      <dgm:spPr/>
    </dgm:pt>
    <dgm:pt modelId="{8CAC8910-B46F-401D-912E-BA81E5433DDC}" type="pres">
      <dgm:prSet presAssocID="{6F26C141-E1CB-4283-B5E6-EE059FE70A0F}" presName="parentText" presStyleLbl="node1" presStyleIdx="3" presStyleCnt="5" custScaleX="119336" custScaleY="160044">
        <dgm:presLayoutVars>
          <dgm:chMax val="0"/>
          <dgm:bulletEnabled val="1"/>
        </dgm:presLayoutVars>
      </dgm:prSet>
      <dgm:spPr/>
    </dgm:pt>
    <dgm:pt modelId="{A5E2BD9F-7924-42A2-AD45-113E7B803096}" type="pres">
      <dgm:prSet presAssocID="{6F26C141-E1CB-4283-B5E6-EE059FE70A0F}" presName="negativeSpace" presStyleCnt="0"/>
      <dgm:spPr/>
    </dgm:pt>
    <dgm:pt modelId="{6F7D5871-2019-413C-89A0-69FF1A0038DA}" type="pres">
      <dgm:prSet presAssocID="{6F26C141-E1CB-4283-B5E6-EE059FE70A0F}" presName="childText" presStyleLbl="conFgAcc1" presStyleIdx="3" presStyleCnt="5">
        <dgm:presLayoutVars>
          <dgm:bulletEnabled val="1"/>
        </dgm:presLayoutVars>
      </dgm:prSet>
      <dgm:spPr/>
    </dgm:pt>
    <dgm:pt modelId="{D0B896E4-9FB5-4BF8-8D79-FA2B9A91E7CB}" type="pres">
      <dgm:prSet presAssocID="{A5E72631-7D8B-4980-9610-BCC20C12E2A8}" presName="spaceBetweenRectangles" presStyleCnt="0"/>
      <dgm:spPr/>
    </dgm:pt>
    <dgm:pt modelId="{E9A7EB94-65E6-4414-B95E-65F24A199FE5}" type="pres">
      <dgm:prSet presAssocID="{54016A98-E528-4707-BB2F-E4A80A01D457}" presName="parentLin" presStyleCnt="0"/>
      <dgm:spPr/>
    </dgm:pt>
    <dgm:pt modelId="{40772B7A-4DBE-4CF9-981A-080E8390DF2B}" type="pres">
      <dgm:prSet presAssocID="{54016A98-E528-4707-BB2F-E4A80A01D457}" presName="parentLeftMargin" presStyleLbl="node1" presStyleIdx="3" presStyleCnt="5"/>
      <dgm:spPr/>
    </dgm:pt>
    <dgm:pt modelId="{96951EEF-BE39-4D50-97B5-DD39D0D4E886}" type="pres">
      <dgm:prSet presAssocID="{54016A98-E528-4707-BB2F-E4A80A01D457}" presName="parentText" presStyleLbl="node1" presStyleIdx="4" presStyleCnt="5" custScaleX="118998" custScaleY="152502">
        <dgm:presLayoutVars>
          <dgm:chMax val="0"/>
          <dgm:bulletEnabled val="1"/>
        </dgm:presLayoutVars>
      </dgm:prSet>
      <dgm:spPr/>
    </dgm:pt>
    <dgm:pt modelId="{D52E6080-C74C-40D6-ACB0-114F5A273FDF}" type="pres">
      <dgm:prSet presAssocID="{54016A98-E528-4707-BB2F-E4A80A01D457}" presName="negativeSpace" presStyleCnt="0"/>
      <dgm:spPr/>
    </dgm:pt>
    <dgm:pt modelId="{CA11F9AE-4FAF-40E7-BA12-12C7ACA8BA90}" type="pres">
      <dgm:prSet presAssocID="{54016A98-E528-4707-BB2F-E4A80A01D45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4C47BF0C-5B6B-47F0-A6B5-4894696B5CAD}" type="presOf" srcId="{620EFBB7-0769-4554-96E3-51B5B6698D5A}" destId="{A8B898EB-38C9-408E-9FE2-CB5C874FA50A}" srcOrd="1" destOrd="0" presId="urn:microsoft.com/office/officeart/2005/8/layout/list1"/>
    <dgm:cxn modelId="{1BD59E24-EEF8-4998-8DB1-3343142CAF57}" srcId="{2A136A90-6B59-45AD-BBA1-85AFD032E8F8}" destId="{4A4045ED-A119-4AA6-9C68-5FB2FD000427}" srcOrd="2" destOrd="0" parTransId="{3AFC7164-9B18-4D91-8BCD-E06AEDF44A1B}" sibTransId="{858335E1-0756-4935-AE41-5B216DCCD948}"/>
    <dgm:cxn modelId="{72FBC52A-80BD-4D8D-8201-EC70459479E5}" type="presOf" srcId="{A533B6C7-3203-4AEE-95BC-E867D49C88B5}" destId="{9F236B2A-6433-401D-953E-FC86D923A3BE}" srcOrd="1" destOrd="0" presId="urn:microsoft.com/office/officeart/2005/8/layout/list1"/>
    <dgm:cxn modelId="{FFC7372E-FB9E-4701-9673-F683E4BC8F79}" type="presOf" srcId="{4A4045ED-A119-4AA6-9C68-5FB2FD000427}" destId="{35933558-DB26-4802-B4E2-672716F88346}" srcOrd="0" destOrd="0" presId="urn:microsoft.com/office/officeart/2005/8/layout/list1"/>
    <dgm:cxn modelId="{5D27EF5E-22AE-422C-9960-677EFA427C5D}" type="presOf" srcId="{6F26C141-E1CB-4283-B5E6-EE059FE70A0F}" destId="{8CAC8910-B46F-401D-912E-BA81E5433DDC}" srcOrd="1" destOrd="0" presId="urn:microsoft.com/office/officeart/2005/8/layout/list1"/>
    <dgm:cxn modelId="{AE191E4D-5CAB-4318-B26C-FF45842DE147}" type="presOf" srcId="{A533B6C7-3203-4AEE-95BC-E867D49C88B5}" destId="{1281A6D2-5A4B-4B28-A324-2451A8523897}" srcOrd="0" destOrd="0" presId="urn:microsoft.com/office/officeart/2005/8/layout/list1"/>
    <dgm:cxn modelId="{17C9D25A-BC5F-418E-9A4A-29DD9C57BD39}" srcId="{2A136A90-6B59-45AD-BBA1-85AFD032E8F8}" destId="{620EFBB7-0769-4554-96E3-51B5B6698D5A}" srcOrd="0" destOrd="0" parTransId="{B5DFE748-686E-4A08-944E-9D07F9FA6B48}" sibTransId="{FD3AFE35-532F-4AE8-BAB4-DFA3B4B611F6}"/>
    <dgm:cxn modelId="{BAAEE58A-96BA-4A84-958E-FA0DFD2F48BE}" srcId="{2A136A90-6B59-45AD-BBA1-85AFD032E8F8}" destId="{6F26C141-E1CB-4283-B5E6-EE059FE70A0F}" srcOrd="3" destOrd="0" parTransId="{5295C213-409D-4940-A9BE-7866204EA680}" sibTransId="{A5E72631-7D8B-4980-9610-BCC20C12E2A8}"/>
    <dgm:cxn modelId="{181B8390-1D90-4782-A8A6-D69B6C12EBF4}" type="presOf" srcId="{6F26C141-E1CB-4283-B5E6-EE059FE70A0F}" destId="{9E95451C-0852-4935-8AD0-304C69C81D63}" srcOrd="0" destOrd="0" presId="urn:microsoft.com/office/officeart/2005/8/layout/list1"/>
    <dgm:cxn modelId="{1E74DBA0-1F37-4A4B-9115-48F1253502EB}" type="presOf" srcId="{54016A98-E528-4707-BB2F-E4A80A01D457}" destId="{96951EEF-BE39-4D50-97B5-DD39D0D4E886}" srcOrd="1" destOrd="0" presId="urn:microsoft.com/office/officeart/2005/8/layout/list1"/>
    <dgm:cxn modelId="{659009B6-692D-41B2-B319-83F7A99204FA}" type="presOf" srcId="{54016A98-E528-4707-BB2F-E4A80A01D457}" destId="{40772B7A-4DBE-4CF9-981A-080E8390DF2B}" srcOrd="0" destOrd="0" presId="urn:microsoft.com/office/officeart/2005/8/layout/list1"/>
    <dgm:cxn modelId="{8028E8BF-8455-4118-B99A-A0686340C34D}" type="presOf" srcId="{2A136A90-6B59-45AD-BBA1-85AFD032E8F8}" destId="{183A34DF-AA92-49E1-8191-0CF6AD17A6AA}" srcOrd="0" destOrd="0" presId="urn:microsoft.com/office/officeart/2005/8/layout/list1"/>
    <dgm:cxn modelId="{DAB080D3-9720-409D-92F9-E4C628DAB5DB}" type="presOf" srcId="{620EFBB7-0769-4554-96E3-51B5B6698D5A}" destId="{428AD880-175D-49F1-A1F6-97F367C387BF}" srcOrd="0" destOrd="0" presId="urn:microsoft.com/office/officeart/2005/8/layout/list1"/>
    <dgm:cxn modelId="{F8ADA4DB-B32F-4B73-8A10-82145969B0D4}" type="presOf" srcId="{4A4045ED-A119-4AA6-9C68-5FB2FD000427}" destId="{12FEB779-618B-4854-88E9-390575D436B8}" srcOrd="1" destOrd="0" presId="urn:microsoft.com/office/officeart/2005/8/layout/list1"/>
    <dgm:cxn modelId="{D7B94ADD-6617-4BF5-B20F-32E40323BD8E}" srcId="{2A136A90-6B59-45AD-BBA1-85AFD032E8F8}" destId="{54016A98-E528-4707-BB2F-E4A80A01D457}" srcOrd="4" destOrd="0" parTransId="{4EB49080-21EE-4233-A8AC-4DCCB52DAECE}" sibTransId="{9EA00D43-7C9C-4DAA-9D1C-D9EECE6694C0}"/>
    <dgm:cxn modelId="{0FE563DE-8338-4B45-BCFD-251C8642CABA}" srcId="{2A136A90-6B59-45AD-BBA1-85AFD032E8F8}" destId="{A533B6C7-3203-4AEE-95BC-E867D49C88B5}" srcOrd="1" destOrd="0" parTransId="{4FCAF1A9-8A97-45AC-B4A5-B91AEE5BC9BB}" sibTransId="{634EAA8A-B09B-42FE-8301-99FBFB2B9BD8}"/>
    <dgm:cxn modelId="{35086FED-D703-4638-98BD-FE920FA5FBDD}" type="presParOf" srcId="{183A34DF-AA92-49E1-8191-0CF6AD17A6AA}" destId="{8F706C0E-1AB2-4161-86CE-4B3594B6EE51}" srcOrd="0" destOrd="0" presId="urn:microsoft.com/office/officeart/2005/8/layout/list1"/>
    <dgm:cxn modelId="{3FD846C1-1AA1-4813-BE57-63765B60AAC5}" type="presParOf" srcId="{8F706C0E-1AB2-4161-86CE-4B3594B6EE51}" destId="{428AD880-175D-49F1-A1F6-97F367C387BF}" srcOrd="0" destOrd="0" presId="urn:microsoft.com/office/officeart/2005/8/layout/list1"/>
    <dgm:cxn modelId="{5B04AB5B-9799-43BD-8D52-7AC40E55F47A}" type="presParOf" srcId="{8F706C0E-1AB2-4161-86CE-4B3594B6EE51}" destId="{A8B898EB-38C9-408E-9FE2-CB5C874FA50A}" srcOrd="1" destOrd="0" presId="urn:microsoft.com/office/officeart/2005/8/layout/list1"/>
    <dgm:cxn modelId="{5E58D9F8-1C6A-4C88-8692-866BDA2FB234}" type="presParOf" srcId="{183A34DF-AA92-49E1-8191-0CF6AD17A6AA}" destId="{010CCE66-3FB9-4F51-BDBC-33ABD28D8225}" srcOrd="1" destOrd="0" presId="urn:microsoft.com/office/officeart/2005/8/layout/list1"/>
    <dgm:cxn modelId="{5B5BD3E0-6AA5-405C-86F6-6189D7D1BBB2}" type="presParOf" srcId="{183A34DF-AA92-49E1-8191-0CF6AD17A6AA}" destId="{CD67A140-C3A5-43E4-BD28-3C31B61E6EA3}" srcOrd="2" destOrd="0" presId="urn:microsoft.com/office/officeart/2005/8/layout/list1"/>
    <dgm:cxn modelId="{88AA28E7-36CD-44A7-8ADB-4D1F8916FBC1}" type="presParOf" srcId="{183A34DF-AA92-49E1-8191-0CF6AD17A6AA}" destId="{B5CDED1F-8360-491C-9402-4F19E16BD667}" srcOrd="3" destOrd="0" presId="urn:microsoft.com/office/officeart/2005/8/layout/list1"/>
    <dgm:cxn modelId="{FF7413D7-D548-4681-A585-70D1AABC67F9}" type="presParOf" srcId="{183A34DF-AA92-49E1-8191-0CF6AD17A6AA}" destId="{77070C8B-4365-4FE5-A117-9CDBA9EA1B7B}" srcOrd="4" destOrd="0" presId="urn:microsoft.com/office/officeart/2005/8/layout/list1"/>
    <dgm:cxn modelId="{71A0FD2B-4499-4733-9591-DA4C05395BCE}" type="presParOf" srcId="{77070C8B-4365-4FE5-A117-9CDBA9EA1B7B}" destId="{1281A6D2-5A4B-4B28-A324-2451A8523897}" srcOrd="0" destOrd="0" presId="urn:microsoft.com/office/officeart/2005/8/layout/list1"/>
    <dgm:cxn modelId="{30A09A04-D072-417D-A61D-934C676DCDCF}" type="presParOf" srcId="{77070C8B-4365-4FE5-A117-9CDBA9EA1B7B}" destId="{9F236B2A-6433-401D-953E-FC86D923A3BE}" srcOrd="1" destOrd="0" presId="urn:microsoft.com/office/officeart/2005/8/layout/list1"/>
    <dgm:cxn modelId="{524522B1-B159-42B4-B665-C9379A55DCC7}" type="presParOf" srcId="{183A34DF-AA92-49E1-8191-0CF6AD17A6AA}" destId="{622D5052-0558-4614-99B8-0AD5AD5D765D}" srcOrd="5" destOrd="0" presId="urn:microsoft.com/office/officeart/2005/8/layout/list1"/>
    <dgm:cxn modelId="{E7BEC372-D400-47C9-A797-96ADB89A1753}" type="presParOf" srcId="{183A34DF-AA92-49E1-8191-0CF6AD17A6AA}" destId="{87E2FD7C-0729-47B8-B1FB-A44E439BE764}" srcOrd="6" destOrd="0" presId="urn:microsoft.com/office/officeart/2005/8/layout/list1"/>
    <dgm:cxn modelId="{417F3911-D9AF-4E19-9D90-8109AFEFCD0B}" type="presParOf" srcId="{183A34DF-AA92-49E1-8191-0CF6AD17A6AA}" destId="{6052B25F-36DF-4A5F-BA08-1F9785D05B9B}" srcOrd="7" destOrd="0" presId="urn:microsoft.com/office/officeart/2005/8/layout/list1"/>
    <dgm:cxn modelId="{3DE435C5-4ABA-458C-BF3A-884235FEC02F}" type="presParOf" srcId="{183A34DF-AA92-49E1-8191-0CF6AD17A6AA}" destId="{C731DBC8-0E99-4639-ACA2-7ACEFA2844BF}" srcOrd="8" destOrd="0" presId="urn:microsoft.com/office/officeart/2005/8/layout/list1"/>
    <dgm:cxn modelId="{9CE7FB1B-7AC6-451B-AD05-46E39FAC0010}" type="presParOf" srcId="{C731DBC8-0E99-4639-ACA2-7ACEFA2844BF}" destId="{35933558-DB26-4802-B4E2-672716F88346}" srcOrd="0" destOrd="0" presId="urn:microsoft.com/office/officeart/2005/8/layout/list1"/>
    <dgm:cxn modelId="{D7FA96C3-741B-437E-86F3-1F9B666F84B5}" type="presParOf" srcId="{C731DBC8-0E99-4639-ACA2-7ACEFA2844BF}" destId="{12FEB779-618B-4854-88E9-390575D436B8}" srcOrd="1" destOrd="0" presId="urn:microsoft.com/office/officeart/2005/8/layout/list1"/>
    <dgm:cxn modelId="{3A498131-4138-44B4-9C9F-8B31018D776D}" type="presParOf" srcId="{183A34DF-AA92-49E1-8191-0CF6AD17A6AA}" destId="{0E7DA70E-372B-453D-9992-B9F46E5D404C}" srcOrd="9" destOrd="0" presId="urn:microsoft.com/office/officeart/2005/8/layout/list1"/>
    <dgm:cxn modelId="{14BB65EA-6E97-4ECF-BD27-4835B736C81E}" type="presParOf" srcId="{183A34DF-AA92-49E1-8191-0CF6AD17A6AA}" destId="{E7351307-5BD1-403B-A1BF-1058796C5E99}" srcOrd="10" destOrd="0" presId="urn:microsoft.com/office/officeart/2005/8/layout/list1"/>
    <dgm:cxn modelId="{FFE63777-7A6F-42C4-8B6E-365ED925D6FA}" type="presParOf" srcId="{183A34DF-AA92-49E1-8191-0CF6AD17A6AA}" destId="{4ADB81E4-7345-4B6A-8E75-0E122B832482}" srcOrd="11" destOrd="0" presId="urn:microsoft.com/office/officeart/2005/8/layout/list1"/>
    <dgm:cxn modelId="{926F99BB-81EF-4ACF-9033-D739DE13CA46}" type="presParOf" srcId="{183A34DF-AA92-49E1-8191-0CF6AD17A6AA}" destId="{9AC30B24-DC2C-4D91-91B0-5F36ADD66224}" srcOrd="12" destOrd="0" presId="urn:microsoft.com/office/officeart/2005/8/layout/list1"/>
    <dgm:cxn modelId="{3ADDB65A-01C8-46A8-A929-795E07C256E1}" type="presParOf" srcId="{9AC30B24-DC2C-4D91-91B0-5F36ADD66224}" destId="{9E95451C-0852-4935-8AD0-304C69C81D63}" srcOrd="0" destOrd="0" presId="urn:microsoft.com/office/officeart/2005/8/layout/list1"/>
    <dgm:cxn modelId="{A4AF6A41-5D68-45C4-BEE3-1B8598FD9BDD}" type="presParOf" srcId="{9AC30B24-DC2C-4D91-91B0-5F36ADD66224}" destId="{8CAC8910-B46F-401D-912E-BA81E5433DDC}" srcOrd="1" destOrd="0" presId="urn:microsoft.com/office/officeart/2005/8/layout/list1"/>
    <dgm:cxn modelId="{E529D754-5A4A-4834-9DCB-9F2513FC4577}" type="presParOf" srcId="{183A34DF-AA92-49E1-8191-0CF6AD17A6AA}" destId="{A5E2BD9F-7924-42A2-AD45-113E7B803096}" srcOrd="13" destOrd="0" presId="urn:microsoft.com/office/officeart/2005/8/layout/list1"/>
    <dgm:cxn modelId="{5EB672AF-3B9A-4612-8DF2-0192BD0F8EDF}" type="presParOf" srcId="{183A34DF-AA92-49E1-8191-0CF6AD17A6AA}" destId="{6F7D5871-2019-413C-89A0-69FF1A0038DA}" srcOrd="14" destOrd="0" presId="urn:microsoft.com/office/officeart/2005/8/layout/list1"/>
    <dgm:cxn modelId="{780F76D1-F9E4-4676-ADA5-767CAB98D925}" type="presParOf" srcId="{183A34DF-AA92-49E1-8191-0CF6AD17A6AA}" destId="{D0B896E4-9FB5-4BF8-8D79-FA2B9A91E7CB}" srcOrd="15" destOrd="0" presId="urn:microsoft.com/office/officeart/2005/8/layout/list1"/>
    <dgm:cxn modelId="{5852832D-0D08-4E37-BB5D-E9C1821DFCDF}" type="presParOf" srcId="{183A34DF-AA92-49E1-8191-0CF6AD17A6AA}" destId="{E9A7EB94-65E6-4414-B95E-65F24A199FE5}" srcOrd="16" destOrd="0" presId="urn:microsoft.com/office/officeart/2005/8/layout/list1"/>
    <dgm:cxn modelId="{8E628CDB-BBEE-4DFE-B1FF-5C6AFE0182C9}" type="presParOf" srcId="{E9A7EB94-65E6-4414-B95E-65F24A199FE5}" destId="{40772B7A-4DBE-4CF9-981A-080E8390DF2B}" srcOrd="0" destOrd="0" presId="urn:microsoft.com/office/officeart/2005/8/layout/list1"/>
    <dgm:cxn modelId="{87F6AA1D-30F4-4ECF-988C-059C150A7562}" type="presParOf" srcId="{E9A7EB94-65E6-4414-B95E-65F24A199FE5}" destId="{96951EEF-BE39-4D50-97B5-DD39D0D4E886}" srcOrd="1" destOrd="0" presId="urn:microsoft.com/office/officeart/2005/8/layout/list1"/>
    <dgm:cxn modelId="{CADE8CAF-F447-4411-9711-A6BCD7004E2D}" type="presParOf" srcId="{183A34DF-AA92-49E1-8191-0CF6AD17A6AA}" destId="{D52E6080-C74C-40D6-ACB0-114F5A273FDF}" srcOrd="17" destOrd="0" presId="urn:microsoft.com/office/officeart/2005/8/layout/list1"/>
    <dgm:cxn modelId="{6442D57F-DB7C-4207-BD7A-5E4CF19E7263}" type="presParOf" srcId="{183A34DF-AA92-49E1-8191-0CF6AD17A6AA}" destId="{CA11F9AE-4FAF-40E7-BA12-12C7ACA8BA90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A136A90-6B59-45AD-BBA1-85AFD032E8F8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20EFBB7-0769-4554-96E3-51B5B6698D5A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US" sz="2400" dirty="0"/>
            <a:t>Need patience: AI never rushes, always encouraging</a:t>
          </a:r>
          <a:endParaRPr lang="en-US" sz="2400" b="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5DFE748-686E-4A08-944E-9D07F9FA6B48}" type="parTrans" cxnId="{17C9D25A-BC5F-418E-9A4A-29DD9C57BD39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D3AFE35-532F-4AE8-BAB4-DFA3B4B611F6}" type="sibTrans" cxnId="{17C9D25A-BC5F-418E-9A4A-29DD9C57BD39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533B6C7-3203-4AEE-95BC-E867D49C88B5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sz="2400" dirty="0"/>
            <a:t>Need consistency: Same layout across all pages</a:t>
          </a:r>
          <a:endParaRPr lang="en-US" sz="24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FCAF1A9-8A97-45AC-B4A5-B91AEE5BC9BB}" type="parTrans" cxnId="{0FE563DE-8338-4B45-BCFD-251C8642CAB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34EAA8A-B09B-42FE-8301-99FBFB2B9BD8}" type="sibTrans" cxnId="{0FE563DE-8338-4B45-BCFD-251C8642CAB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A4045ED-A119-4AA6-9C68-5FB2FD000427}">
      <dgm:prSet phldrT="[Text]"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sz="2400" dirty="0"/>
            <a:t>Need structure: Step-by-step explanations always</a:t>
          </a:r>
          <a:endParaRPr lang="en-US" sz="24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AFC7164-9B18-4D91-8BCD-E06AEDF44A1B}" type="parTrans" cxnId="{1BD59E24-EEF8-4998-8DB1-3343142CAF57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58335E1-0756-4935-AE41-5B216DCCD948}" type="sibTrans" cxnId="{1BD59E24-EEF8-4998-8DB1-3343142CAF57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F26C141-E1CB-4283-B5E6-EE059FE70A0F}">
      <dgm:prSet phldrT="[Text]" custT="1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sz="2400" dirty="0"/>
            <a:t>Need encouragement: Stars, rewards, positive feedback</a:t>
          </a:r>
          <a:endParaRPr lang="en-US" sz="24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295C213-409D-4940-A9BE-7866204EA680}" type="parTrans" cxnId="{BAAEE58A-96BA-4A84-958E-FA0DFD2F48BE}">
      <dgm:prSet/>
      <dgm:spPr/>
      <dgm:t>
        <a:bodyPr/>
        <a:lstStyle/>
        <a:p>
          <a:endParaRPr lang="en-US"/>
        </a:p>
      </dgm:t>
    </dgm:pt>
    <dgm:pt modelId="{A5E72631-7D8B-4980-9610-BCC20C12E2A8}" type="sibTrans" cxnId="{BAAEE58A-96BA-4A84-958E-FA0DFD2F48BE}">
      <dgm:prSet/>
      <dgm:spPr/>
      <dgm:t>
        <a:bodyPr/>
        <a:lstStyle/>
        <a:p>
          <a:endParaRPr lang="en-US"/>
        </a:p>
      </dgm:t>
    </dgm:pt>
    <dgm:pt modelId="{183A34DF-AA92-49E1-8191-0CF6AD17A6AA}" type="pres">
      <dgm:prSet presAssocID="{2A136A90-6B59-45AD-BBA1-85AFD032E8F8}" presName="linear" presStyleCnt="0">
        <dgm:presLayoutVars>
          <dgm:dir/>
          <dgm:animLvl val="lvl"/>
          <dgm:resizeHandles val="exact"/>
        </dgm:presLayoutVars>
      </dgm:prSet>
      <dgm:spPr/>
    </dgm:pt>
    <dgm:pt modelId="{8F706C0E-1AB2-4161-86CE-4B3594B6EE51}" type="pres">
      <dgm:prSet presAssocID="{620EFBB7-0769-4554-96E3-51B5B6698D5A}" presName="parentLin" presStyleCnt="0"/>
      <dgm:spPr/>
    </dgm:pt>
    <dgm:pt modelId="{428AD880-175D-49F1-A1F6-97F367C387BF}" type="pres">
      <dgm:prSet presAssocID="{620EFBB7-0769-4554-96E3-51B5B6698D5A}" presName="parentLeftMargin" presStyleLbl="node1" presStyleIdx="0" presStyleCnt="4"/>
      <dgm:spPr/>
    </dgm:pt>
    <dgm:pt modelId="{A8B898EB-38C9-408E-9FE2-CB5C874FA50A}" type="pres">
      <dgm:prSet presAssocID="{620EFBB7-0769-4554-96E3-51B5B6698D5A}" presName="parentText" presStyleLbl="node1" presStyleIdx="0" presStyleCnt="4" custScaleX="125642" custScaleY="168958">
        <dgm:presLayoutVars>
          <dgm:chMax val="0"/>
          <dgm:bulletEnabled val="1"/>
        </dgm:presLayoutVars>
      </dgm:prSet>
      <dgm:spPr/>
    </dgm:pt>
    <dgm:pt modelId="{010CCE66-3FB9-4F51-BDBC-33ABD28D8225}" type="pres">
      <dgm:prSet presAssocID="{620EFBB7-0769-4554-96E3-51B5B6698D5A}" presName="negativeSpace" presStyleCnt="0"/>
      <dgm:spPr/>
    </dgm:pt>
    <dgm:pt modelId="{CD67A140-C3A5-43E4-BD28-3C31B61E6EA3}" type="pres">
      <dgm:prSet presAssocID="{620EFBB7-0769-4554-96E3-51B5B6698D5A}" presName="childText" presStyleLbl="conFgAcc1" presStyleIdx="0" presStyleCnt="4">
        <dgm:presLayoutVars>
          <dgm:bulletEnabled val="1"/>
        </dgm:presLayoutVars>
      </dgm:prSet>
      <dgm:spPr/>
    </dgm:pt>
    <dgm:pt modelId="{B5CDED1F-8360-491C-9402-4F19E16BD667}" type="pres">
      <dgm:prSet presAssocID="{FD3AFE35-532F-4AE8-BAB4-DFA3B4B611F6}" presName="spaceBetweenRectangles" presStyleCnt="0"/>
      <dgm:spPr/>
    </dgm:pt>
    <dgm:pt modelId="{77070C8B-4365-4FE5-A117-9CDBA9EA1B7B}" type="pres">
      <dgm:prSet presAssocID="{A533B6C7-3203-4AEE-95BC-E867D49C88B5}" presName="parentLin" presStyleCnt="0"/>
      <dgm:spPr/>
    </dgm:pt>
    <dgm:pt modelId="{1281A6D2-5A4B-4B28-A324-2451A8523897}" type="pres">
      <dgm:prSet presAssocID="{A533B6C7-3203-4AEE-95BC-E867D49C88B5}" presName="parentLeftMargin" presStyleLbl="node1" presStyleIdx="0" presStyleCnt="4"/>
      <dgm:spPr/>
    </dgm:pt>
    <dgm:pt modelId="{9F236B2A-6433-401D-953E-FC86D923A3BE}" type="pres">
      <dgm:prSet presAssocID="{A533B6C7-3203-4AEE-95BC-E867D49C88B5}" presName="parentText" presStyleLbl="node1" presStyleIdx="1" presStyleCnt="4" custScaleX="125377" custScaleY="151892">
        <dgm:presLayoutVars>
          <dgm:chMax val="0"/>
          <dgm:bulletEnabled val="1"/>
        </dgm:presLayoutVars>
      </dgm:prSet>
      <dgm:spPr/>
    </dgm:pt>
    <dgm:pt modelId="{622D5052-0558-4614-99B8-0AD5AD5D765D}" type="pres">
      <dgm:prSet presAssocID="{A533B6C7-3203-4AEE-95BC-E867D49C88B5}" presName="negativeSpace" presStyleCnt="0"/>
      <dgm:spPr/>
    </dgm:pt>
    <dgm:pt modelId="{87E2FD7C-0729-47B8-B1FB-A44E439BE764}" type="pres">
      <dgm:prSet presAssocID="{A533B6C7-3203-4AEE-95BC-E867D49C88B5}" presName="childText" presStyleLbl="conFgAcc1" presStyleIdx="1" presStyleCnt="4">
        <dgm:presLayoutVars>
          <dgm:bulletEnabled val="1"/>
        </dgm:presLayoutVars>
      </dgm:prSet>
      <dgm:spPr/>
    </dgm:pt>
    <dgm:pt modelId="{6052B25F-36DF-4A5F-BA08-1F9785D05B9B}" type="pres">
      <dgm:prSet presAssocID="{634EAA8A-B09B-42FE-8301-99FBFB2B9BD8}" presName="spaceBetweenRectangles" presStyleCnt="0"/>
      <dgm:spPr/>
    </dgm:pt>
    <dgm:pt modelId="{C731DBC8-0E99-4639-ACA2-7ACEFA2844BF}" type="pres">
      <dgm:prSet presAssocID="{4A4045ED-A119-4AA6-9C68-5FB2FD000427}" presName="parentLin" presStyleCnt="0"/>
      <dgm:spPr/>
    </dgm:pt>
    <dgm:pt modelId="{35933558-DB26-4802-B4E2-672716F88346}" type="pres">
      <dgm:prSet presAssocID="{4A4045ED-A119-4AA6-9C68-5FB2FD000427}" presName="parentLeftMargin" presStyleLbl="node1" presStyleIdx="1" presStyleCnt="4"/>
      <dgm:spPr/>
    </dgm:pt>
    <dgm:pt modelId="{12FEB779-618B-4854-88E9-390575D436B8}" type="pres">
      <dgm:prSet presAssocID="{4A4045ED-A119-4AA6-9C68-5FB2FD000427}" presName="parentText" presStyleLbl="node1" presStyleIdx="2" presStyleCnt="4" custScaleX="125024" custScaleY="166928">
        <dgm:presLayoutVars>
          <dgm:chMax val="0"/>
          <dgm:bulletEnabled val="1"/>
        </dgm:presLayoutVars>
      </dgm:prSet>
      <dgm:spPr/>
    </dgm:pt>
    <dgm:pt modelId="{0E7DA70E-372B-453D-9992-B9F46E5D404C}" type="pres">
      <dgm:prSet presAssocID="{4A4045ED-A119-4AA6-9C68-5FB2FD000427}" presName="negativeSpace" presStyleCnt="0"/>
      <dgm:spPr/>
    </dgm:pt>
    <dgm:pt modelId="{E7351307-5BD1-403B-A1BF-1058796C5E99}" type="pres">
      <dgm:prSet presAssocID="{4A4045ED-A119-4AA6-9C68-5FB2FD000427}" presName="childText" presStyleLbl="conFgAcc1" presStyleIdx="2" presStyleCnt="4">
        <dgm:presLayoutVars>
          <dgm:bulletEnabled val="1"/>
        </dgm:presLayoutVars>
      </dgm:prSet>
      <dgm:spPr/>
    </dgm:pt>
    <dgm:pt modelId="{4ADB81E4-7345-4B6A-8E75-0E122B832482}" type="pres">
      <dgm:prSet presAssocID="{858335E1-0756-4935-AE41-5B216DCCD948}" presName="spaceBetweenRectangles" presStyleCnt="0"/>
      <dgm:spPr/>
    </dgm:pt>
    <dgm:pt modelId="{9AC30B24-DC2C-4D91-91B0-5F36ADD66224}" type="pres">
      <dgm:prSet presAssocID="{6F26C141-E1CB-4283-B5E6-EE059FE70A0F}" presName="parentLin" presStyleCnt="0"/>
      <dgm:spPr/>
    </dgm:pt>
    <dgm:pt modelId="{9E95451C-0852-4935-8AD0-304C69C81D63}" type="pres">
      <dgm:prSet presAssocID="{6F26C141-E1CB-4283-B5E6-EE059FE70A0F}" presName="parentLeftMargin" presStyleLbl="node1" presStyleIdx="2" presStyleCnt="4"/>
      <dgm:spPr/>
    </dgm:pt>
    <dgm:pt modelId="{8CAC8910-B46F-401D-912E-BA81E5433DDC}" type="pres">
      <dgm:prSet presAssocID="{6F26C141-E1CB-4283-B5E6-EE059FE70A0F}" presName="parentText" presStyleLbl="node1" presStyleIdx="3" presStyleCnt="4" custScaleX="125911" custScaleY="178561">
        <dgm:presLayoutVars>
          <dgm:chMax val="0"/>
          <dgm:bulletEnabled val="1"/>
        </dgm:presLayoutVars>
      </dgm:prSet>
      <dgm:spPr/>
    </dgm:pt>
    <dgm:pt modelId="{A5E2BD9F-7924-42A2-AD45-113E7B803096}" type="pres">
      <dgm:prSet presAssocID="{6F26C141-E1CB-4283-B5E6-EE059FE70A0F}" presName="negativeSpace" presStyleCnt="0"/>
      <dgm:spPr/>
    </dgm:pt>
    <dgm:pt modelId="{6F7D5871-2019-413C-89A0-69FF1A0038DA}" type="pres">
      <dgm:prSet presAssocID="{6F26C141-E1CB-4283-B5E6-EE059FE70A0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C47BF0C-5B6B-47F0-A6B5-4894696B5CAD}" type="presOf" srcId="{620EFBB7-0769-4554-96E3-51B5B6698D5A}" destId="{A8B898EB-38C9-408E-9FE2-CB5C874FA50A}" srcOrd="1" destOrd="0" presId="urn:microsoft.com/office/officeart/2005/8/layout/list1"/>
    <dgm:cxn modelId="{1BD59E24-EEF8-4998-8DB1-3343142CAF57}" srcId="{2A136A90-6B59-45AD-BBA1-85AFD032E8F8}" destId="{4A4045ED-A119-4AA6-9C68-5FB2FD000427}" srcOrd="2" destOrd="0" parTransId="{3AFC7164-9B18-4D91-8BCD-E06AEDF44A1B}" sibTransId="{858335E1-0756-4935-AE41-5B216DCCD948}"/>
    <dgm:cxn modelId="{72FBC52A-80BD-4D8D-8201-EC70459479E5}" type="presOf" srcId="{A533B6C7-3203-4AEE-95BC-E867D49C88B5}" destId="{9F236B2A-6433-401D-953E-FC86D923A3BE}" srcOrd="1" destOrd="0" presId="urn:microsoft.com/office/officeart/2005/8/layout/list1"/>
    <dgm:cxn modelId="{FFC7372E-FB9E-4701-9673-F683E4BC8F79}" type="presOf" srcId="{4A4045ED-A119-4AA6-9C68-5FB2FD000427}" destId="{35933558-DB26-4802-B4E2-672716F88346}" srcOrd="0" destOrd="0" presId="urn:microsoft.com/office/officeart/2005/8/layout/list1"/>
    <dgm:cxn modelId="{5D27EF5E-22AE-422C-9960-677EFA427C5D}" type="presOf" srcId="{6F26C141-E1CB-4283-B5E6-EE059FE70A0F}" destId="{8CAC8910-B46F-401D-912E-BA81E5433DDC}" srcOrd="1" destOrd="0" presId="urn:microsoft.com/office/officeart/2005/8/layout/list1"/>
    <dgm:cxn modelId="{AE191E4D-5CAB-4318-B26C-FF45842DE147}" type="presOf" srcId="{A533B6C7-3203-4AEE-95BC-E867D49C88B5}" destId="{1281A6D2-5A4B-4B28-A324-2451A8523897}" srcOrd="0" destOrd="0" presId="urn:microsoft.com/office/officeart/2005/8/layout/list1"/>
    <dgm:cxn modelId="{17C9D25A-BC5F-418E-9A4A-29DD9C57BD39}" srcId="{2A136A90-6B59-45AD-BBA1-85AFD032E8F8}" destId="{620EFBB7-0769-4554-96E3-51B5B6698D5A}" srcOrd="0" destOrd="0" parTransId="{B5DFE748-686E-4A08-944E-9D07F9FA6B48}" sibTransId="{FD3AFE35-532F-4AE8-BAB4-DFA3B4B611F6}"/>
    <dgm:cxn modelId="{BAAEE58A-96BA-4A84-958E-FA0DFD2F48BE}" srcId="{2A136A90-6B59-45AD-BBA1-85AFD032E8F8}" destId="{6F26C141-E1CB-4283-B5E6-EE059FE70A0F}" srcOrd="3" destOrd="0" parTransId="{5295C213-409D-4940-A9BE-7866204EA680}" sibTransId="{A5E72631-7D8B-4980-9610-BCC20C12E2A8}"/>
    <dgm:cxn modelId="{181B8390-1D90-4782-A8A6-D69B6C12EBF4}" type="presOf" srcId="{6F26C141-E1CB-4283-B5E6-EE059FE70A0F}" destId="{9E95451C-0852-4935-8AD0-304C69C81D63}" srcOrd="0" destOrd="0" presId="urn:microsoft.com/office/officeart/2005/8/layout/list1"/>
    <dgm:cxn modelId="{8028E8BF-8455-4118-B99A-A0686340C34D}" type="presOf" srcId="{2A136A90-6B59-45AD-BBA1-85AFD032E8F8}" destId="{183A34DF-AA92-49E1-8191-0CF6AD17A6AA}" srcOrd="0" destOrd="0" presId="urn:microsoft.com/office/officeart/2005/8/layout/list1"/>
    <dgm:cxn modelId="{DAB080D3-9720-409D-92F9-E4C628DAB5DB}" type="presOf" srcId="{620EFBB7-0769-4554-96E3-51B5B6698D5A}" destId="{428AD880-175D-49F1-A1F6-97F367C387BF}" srcOrd="0" destOrd="0" presId="urn:microsoft.com/office/officeart/2005/8/layout/list1"/>
    <dgm:cxn modelId="{F8ADA4DB-B32F-4B73-8A10-82145969B0D4}" type="presOf" srcId="{4A4045ED-A119-4AA6-9C68-5FB2FD000427}" destId="{12FEB779-618B-4854-88E9-390575D436B8}" srcOrd="1" destOrd="0" presId="urn:microsoft.com/office/officeart/2005/8/layout/list1"/>
    <dgm:cxn modelId="{0FE563DE-8338-4B45-BCFD-251C8642CABA}" srcId="{2A136A90-6B59-45AD-BBA1-85AFD032E8F8}" destId="{A533B6C7-3203-4AEE-95BC-E867D49C88B5}" srcOrd="1" destOrd="0" parTransId="{4FCAF1A9-8A97-45AC-B4A5-B91AEE5BC9BB}" sibTransId="{634EAA8A-B09B-42FE-8301-99FBFB2B9BD8}"/>
    <dgm:cxn modelId="{35086FED-D703-4638-98BD-FE920FA5FBDD}" type="presParOf" srcId="{183A34DF-AA92-49E1-8191-0CF6AD17A6AA}" destId="{8F706C0E-1AB2-4161-86CE-4B3594B6EE51}" srcOrd="0" destOrd="0" presId="urn:microsoft.com/office/officeart/2005/8/layout/list1"/>
    <dgm:cxn modelId="{3FD846C1-1AA1-4813-BE57-63765B60AAC5}" type="presParOf" srcId="{8F706C0E-1AB2-4161-86CE-4B3594B6EE51}" destId="{428AD880-175D-49F1-A1F6-97F367C387BF}" srcOrd="0" destOrd="0" presId="urn:microsoft.com/office/officeart/2005/8/layout/list1"/>
    <dgm:cxn modelId="{5B04AB5B-9799-43BD-8D52-7AC40E55F47A}" type="presParOf" srcId="{8F706C0E-1AB2-4161-86CE-4B3594B6EE51}" destId="{A8B898EB-38C9-408E-9FE2-CB5C874FA50A}" srcOrd="1" destOrd="0" presId="urn:microsoft.com/office/officeart/2005/8/layout/list1"/>
    <dgm:cxn modelId="{5E58D9F8-1C6A-4C88-8692-866BDA2FB234}" type="presParOf" srcId="{183A34DF-AA92-49E1-8191-0CF6AD17A6AA}" destId="{010CCE66-3FB9-4F51-BDBC-33ABD28D8225}" srcOrd="1" destOrd="0" presId="urn:microsoft.com/office/officeart/2005/8/layout/list1"/>
    <dgm:cxn modelId="{5B5BD3E0-6AA5-405C-86F6-6189D7D1BBB2}" type="presParOf" srcId="{183A34DF-AA92-49E1-8191-0CF6AD17A6AA}" destId="{CD67A140-C3A5-43E4-BD28-3C31B61E6EA3}" srcOrd="2" destOrd="0" presId="urn:microsoft.com/office/officeart/2005/8/layout/list1"/>
    <dgm:cxn modelId="{88AA28E7-36CD-44A7-8ADB-4D1F8916FBC1}" type="presParOf" srcId="{183A34DF-AA92-49E1-8191-0CF6AD17A6AA}" destId="{B5CDED1F-8360-491C-9402-4F19E16BD667}" srcOrd="3" destOrd="0" presId="urn:microsoft.com/office/officeart/2005/8/layout/list1"/>
    <dgm:cxn modelId="{FF7413D7-D548-4681-A585-70D1AABC67F9}" type="presParOf" srcId="{183A34DF-AA92-49E1-8191-0CF6AD17A6AA}" destId="{77070C8B-4365-4FE5-A117-9CDBA9EA1B7B}" srcOrd="4" destOrd="0" presId="urn:microsoft.com/office/officeart/2005/8/layout/list1"/>
    <dgm:cxn modelId="{71A0FD2B-4499-4733-9591-DA4C05395BCE}" type="presParOf" srcId="{77070C8B-4365-4FE5-A117-9CDBA9EA1B7B}" destId="{1281A6D2-5A4B-4B28-A324-2451A8523897}" srcOrd="0" destOrd="0" presId="urn:microsoft.com/office/officeart/2005/8/layout/list1"/>
    <dgm:cxn modelId="{30A09A04-D072-417D-A61D-934C676DCDCF}" type="presParOf" srcId="{77070C8B-4365-4FE5-A117-9CDBA9EA1B7B}" destId="{9F236B2A-6433-401D-953E-FC86D923A3BE}" srcOrd="1" destOrd="0" presId="urn:microsoft.com/office/officeart/2005/8/layout/list1"/>
    <dgm:cxn modelId="{524522B1-B159-42B4-B665-C9379A55DCC7}" type="presParOf" srcId="{183A34DF-AA92-49E1-8191-0CF6AD17A6AA}" destId="{622D5052-0558-4614-99B8-0AD5AD5D765D}" srcOrd="5" destOrd="0" presId="urn:microsoft.com/office/officeart/2005/8/layout/list1"/>
    <dgm:cxn modelId="{E7BEC372-D400-47C9-A797-96ADB89A1753}" type="presParOf" srcId="{183A34DF-AA92-49E1-8191-0CF6AD17A6AA}" destId="{87E2FD7C-0729-47B8-B1FB-A44E439BE764}" srcOrd="6" destOrd="0" presId="urn:microsoft.com/office/officeart/2005/8/layout/list1"/>
    <dgm:cxn modelId="{417F3911-D9AF-4E19-9D90-8109AFEFCD0B}" type="presParOf" srcId="{183A34DF-AA92-49E1-8191-0CF6AD17A6AA}" destId="{6052B25F-36DF-4A5F-BA08-1F9785D05B9B}" srcOrd="7" destOrd="0" presId="urn:microsoft.com/office/officeart/2005/8/layout/list1"/>
    <dgm:cxn modelId="{3DE435C5-4ABA-458C-BF3A-884235FEC02F}" type="presParOf" srcId="{183A34DF-AA92-49E1-8191-0CF6AD17A6AA}" destId="{C731DBC8-0E99-4639-ACA2-7ACEFA2844BF}" srcOrd="8" destOrd="0" presId="urn:microsoft.com/office/officeart/2005/8/layout/list1"/>
    <dgm:cxn modelId="{9CE7FB1B-7AC6-451B-AD05-46E39FAC0010}" type="presParOf" srcId="{C731DBC8-0E99-4639-ACA2-7ACEFA2844BF}" destId="{35933558-DB26-4802-B4E2-672716F88346}" srcOrd="0" destOrd="0" presId="urn:microsoft.com/office/officeart/2005/8/layout/list1"/>
    <dgm:cxn modelId="{D7FA96C3-741B-437E-86F3-1F9B666F84B5}" type="presParOf" srcId="{C731DBC8-0E99-4639-ACA2-7ACEFA2844BF}" destId="{12FEB779-618B-4854-88E9-390575D436B8}" srcOrd="1" destOrd="0" presId="urn:microsoft.com/office/officeart/2005/8/layout/list1"/>
    <dgm:cxn modelId="{3A498131-4138-44B4-9C9F-8B31018D776D}" type="presParOf" srcId="{183A34DF-AA92-49E1-8191-0CF6AD17A6AA}" destId="{0E7DA70E-372B-453D-9992-B9F46E5D404C}" srcOrd="9" destOrd="0" presId="urn:microsoft.com/office/officeart/2005/8/layout/list1"/>
    <dgm:cxn modelId="{14BB65EA-6E97-4ECF-BD27-4835B736C81E}" type="presParOf" srcId="{183A34DF-AA92-49E1-8191-0CF6AD17A6AA}" destId="{E7351307-5BD1-403B-A1BF-1058796C5E99}" srcOrd="10" destOrd="0" presId="urn:microsoft.com/office/officeart/2005/8/layout/list1"/>
    <dgm:cxn modelId="{FFE63777-7A6F-42C4-8B6E-365ED925D6FA}" type="presParOf" srcId="{183A34DF-AA92-49E1-8191-0CF6AD17A6AA}" destId="{4ADB81E4-7345-4B6A-8E75-0E122B832482}" srcOrd="11" destOrd="0" presId="urn:microsoft.com/office/officeart/2005/8/layout/list1"/>
    <dgm:cxn modelId="{926F99BB-81EF-4ACF-9033-D739DE13CA46}" type="presParOf" srcId="{183A34DF-AA92-49E1-8191-0CF6AD17A6AA}" destId="{9AC30B24-DC2C-4D91-91B0-5F36ADD66224}" srcOrd="12" destOrd="0" presId="urn:microsoft.com/office/officeart/2005/8/layout/list1"/>
    <dgm:cxn modelId="{3ADDB65A-01C8-46A8-A929-795E07C256E1}" type="presParOf" srcId="{9AC30B24-DC2C-4D91-91B0-5F36ADD66224}" destId="{9E95451C-0852-4935-8AD0-304C69C81D63}" srcOrd="0" destOrd="0" presId="urn:microsoft.com/office/officeart/2005/8/layout/list1"/>
    <dgm:cxn modelId="{A4AF6A41-5D68-45C4-BEE3-1B8598FD9BDD}" type="presParOf" srcId="{9AC30B24-DC2C-4D91-91B0-5F36ADD66224}" destId="{8CAC8910-B46F-401D-912E-BA81E5433DDC}" srcOrd="1" destOrd="0" presId="urn:microsoft.com/office/officeart/2005/8/layout/list1"/>
    <dgm:cxn modelId="{E529D754-5A4A-4834-9DCB-9F2513FC4577}" type="presParOf" srcId="{183A34DF-AA92-49E1-8191-0CF6AD17A6AA}" destId="{A5E2BD9F-7924-42A2-AD45-113E7B803096}" srcOrd="13" destOrd="0" presId="urn:microsoft.com/office/officeart/2005/8/layout/list1"/>
    <dgm:cxn modelId="{5EB672AF-3B9A-4612-8DF2-0192BD0F8EDF}" type="presParOf" srcId="{183A34DF-AA92-49E1-8191-0CF6AD17A6AA}" destId="{6F7D5871-2019-413C-89A0-69FF1A0038D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4A1057-E888-44F3-9631-178F8196440D}">
      <dsp:nvSpPr>
        <dsp:cNvPr id="0" name=""/>
        <dsp:cNvSpPr/>
      </dsp:nvSpPr>
      <dsp:spPr>
        <a:xfrm>
          <a:off x="206541" y="1057271"/>
          <a:ext cx="7779556" cy="365443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257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3AAE2-9A68-4532-9A00-CDA6DA711840}">
      <dsp:nvSpPr>
        <dsp:cNvPr id="0" name=""/>
        <dsp:cNvSpPr/>
      </dsp:nvSpPr>
      <dsp:spPr>
        <a:xfrm>
          <a:off x="771967" y="1484662"/>
          <a:ext cx="3283712" cy="3126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Traditional RAG Retrieved: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"The denominator is the bottom number..." (irrelevant definition)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"Fractions are parts of a whole..." (too basic)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"Exercise 2.3: Add 1/2 + garbled..." (OCR corrupted)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771967" y="1484662"/>
        <a:ext cx="3283712" cy="3126325"/>
      </dsp:txXfrm>
    </dsp:sp>
    <dsp:sp modelId="{44007477-2754-4FB8-944D-249953B15889}">
      <dsp:nvSpPr>
        <dsp:cNvPr id="0" name=""/>
        <dsp:cNvSpPr/>
      </dsp:nvSpPr>
      <dsp:spPr>
        <a:xfrm>
          <a:off x="4128831" y="1484662"/>
          <a:ext cx="3283712" cy="3126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Expected: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Step-by-step procedure for finding LCD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Example with worked solution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Practice problems</a:t>
          </a:r>
        </a:p>
      </dsp:txBody>
      <dsp:txXfrm>
        <a:off x="4128831" y="1484662"/>
        <a:ext cx="3283712" cy="3126325"/>
      </dsp:txXfrm>
    </dsp:sp>
    <dsp:sp modelId="{8EF90D80-3CBA-45E2-899C-86809AB111FA}">
      <dsp:nvSpPr>
        <dsp:cNvPr id="0" name=""/>
        <dsp:cNvSpPr/>
      </dsp:nvSpPr>
      <dsp:spPr>
        <a:xfrm>
          <a:off x="7371804" y="766623"/>
          <a:ext cx="756195" cy="619719"/>
        </a:xfrm>
        <a:prstGeom prst="plus">
          <a:avLst>
            <a:gd name="adj" fmla="val 328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22287-CB8A-4005-A4E4-71224E3C603B}">
      <dsp:nvSpPr>
        <dsp:cNvPr id="0" name=""/>
        <dsp:cNvSpPr/>
      </dsp:nvSpPr>
      <dsp:spPr>
        <a:xfrm>
          <a:off x="0" y="1012112"/>
          <a:ext cx="1095823" cy="1948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0989E1-3418-4821-89E3-B291168A7781}">
      <dsp:nvSpPr>
        <dsp:cNvPr id="0" name=""/>
        <dsp:cNvSpPr/>
      </dsp:nvSpPr>
      <dsp:spPr>
        <a:xfrm>
          <a:off x="4096319" y="1491347"/>
          <a:ext cx="812" cy="2985941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7A140-C3A5-43E4-BD28-3C31B61E6EA3}">
      <dsp:nvSpPr>
        <dsp:cNvPr id="0" name=""/>
        <dsp:cNvSpPr/>
      </dsp:nvSpPr>
      <dsp:spPr>
        <a:xfrm>
          <a:off x="0" y="767532"/>
          <a:ext cx="7216775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B898EB-38C9-408E-9FE2-CB5C874FA50A}">
      <dsp:nvSpPr>
        <dsp:cNvPr id="0" name=""/>
        <dsp:cNvSpPr/>
      </dsp:nvSpPr>
      <dsp:spPr>
        <a:xfrm>
          <a:off x="360838" y="26831"/>
          <a:ext cx="5051742" cy="99162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44" tIns="0" rIns="19094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1. OCR destroyed mathematical content</a:t>
          </a:r>
          <a:endParaRPr lang="en-US" sz="2000" b="0" kern="12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09245" y="75238"/>
        <a:ext cx="4954928" cy="894806"/>
      </dsp:txXfrm>
    </dsp:sp>
    <dsp:sp modelId="{87E2FD7C-0729-47B8-B1FB-A44E439BE764}">
      <dsp:nvSpPr>
        <dsp:cNvPr id="0" name=""/>
        <dsp:cNvSpPr/>
      </dsp:nvSpPr>
      <dsp:spPr>
        <a:xfrm>
          <a:off x="0" y="2000054"/>
          <a:ext cx="7216775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36B2A-6433-401D-953E-FC86D923A3BE}">
      <dsp:nvSpPr>
        <dsp:cNvPr id="0" name=""/>
        <dsp:cNvSpPr/>
      </dsp:nvSpPr>
      <dsp:spPr>
        <a:xfrm>
          <a:off x="360838" y="1287732"/>
          <a:ext cx="5051742" cy="963241"/>
        </a:xfrm>
        <a:prstGeom prst="round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44" tIns="0" rIns="19094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2. No block type awareness (definition vs procedure)</a:t>
          </a:r>
          <a:endParaRPr lang="en-US" sz="2000" kern="12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07860" y="1334754"/>
        <a:ext cx="4957698" cy="869197"/>
      </dsp:txXfrm>
    </dsp:sp>
    <dsp:sp modelId="{E7351307-5BD1-403B-A1BF-1058796C5E99}">
      <dsp:nvSpPr>
        <dsp:cNvPr id="0" name=""/>
        <dsp:cNvSpPr/>
      </dsp:nvSpPr>
      <dsp:spPr>
        <a:xfrm>
          <a:off x="0" y="3153556"/>
          <a:ext cx="7216775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FEB779-618B-4854-88E9-390575D436B8}">
      <dsp:nvSpPr>
        <dsp:cNvPr id="0" name=""/>
        <dsp:cNvSpPr/>
      </dsp:nvSpPr>
      <dsp:spPr>
        <a:xfrm>
          <a:off x="360838" y="2520254"/>
          <a:ext cx="5051742" cy="884222"/>
        </a:xfrm>
        <a:prstGeom prst="round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44" tIns="0" rIns="19094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3. No intent understanding</a:t>
          </a:r>
          <a:endParaRPr lang="en-US" sz="2000" kern="12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04002" y="2563418"/>
        <a:ext cx="4965414" cy="797894"/>
      </dsp:txXfrm>
    </dsp:sp>
    <dsp:sp modelId="{6F7D5871-2019-413C-89A0-69FF1A0038DA}">
      <dsp:nvSpPr>
        <dsp:cNvPr id="0" name=""/>
        <dsp:cNvSpPr/>
      </dsp:nvSpPr>
      <dsp:spPr>
        <a:xfrm>
          <a:off x="0" y="4292981"/>
          <a:ext cx="7216775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C8910-B46F-401D-912E-BA81E5433DDC}">
      <dsp:nvSpPr>
        <dsp:cNvPr id="0" name=""/>
        <dsp:cNvSpPr/>
      </dsp:nvSpPr>
      <dsp:spPr>
        <a:xfrm>
          <a:off x="360838" y="3673756"/>
          <a:ext cx="5051742" cy="870145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44" tIns="0" rIns="19094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4. Single retrieval method missed keywords</a:t>
          </a:r>
          <a:endParaRPr lang="en-US" sz="2000" kern="12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03315" y="3716233"/>
        <a:ext cx="4966788" cy="7851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3BBBB-0A0B-4476-85CB-8A0D7DAD41F3}">
      <dsp:nvSpPr>
        <dsp:cNvPr id="0" name=""/>
        <dsp:cNvSpPr/>
      </dsp:nvSpPr>
      <dsp:spPr>
        <a:xfrm>
          <a:off x="0" y="66774"/>
          <a:ext cx="81280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Research Discovery: Parse, Don't OCR</a:t>
          </a:r>
          <a:endParaRPr lang="en-US" sz="2200" kern="1200" dirty="0"/>
        </a:p>
      </dsp:txBody>
      <dsp:txXfrm>
        <a:off x="25759" y="92533"/>
        <a:ext cx="8076482" cy="476152"/>
      </dsp:txXfrm>
    </dsp:sp>
    <dsp:sp modelId="{DC0CBD8B-D35F-4E2E-AA4F-A5CCA8F7E496}">
      <dsp:nvSpPr>
        <dsp:cNvPr id="0" name=""/>
        <dsp:cNvSpPr/>
      </dsp:nvSpPr>
      <dsp:spPr>
        <a:xfrm>
          <a:off x="0" y="594445"/>
          <a:ext cx="8128000" cy="1457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700" kern="1200" dirty="0"/>
            <a:t>After researching alternatives, we discovered </a:t>
          </a:r>
          <a:r>
            <a:rPr lang="en-US" sz="1700" kern="1200" dirty="0" err="1"/>
            <a:t>LlamaParse</a:t>
          </a:r>
          <a:r>
            <a:rPr lang="en-US" sz="1700" kern="1200" dirty="0"/>
            <a:t> (LlamaIndex):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Symbol" panose="05050102010706020507" pitchFamily="18" charset="2"/>
            <a:buChar char=""/>
          </a:pPr>
          <a:r>
            <a:rPr lang="en-US" sz="1700" kern="1200" dirty="0"/>
            <a:t>AI-powered document parsing (not simple OCR)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Symbol" panose="05050102010706020507" pitchFamily="18" charset="2"/>
            <a:buChar char=""/>
          </a:pPr>
          <a:r>
            <a:rPr lang="en-US" sz="1700" kern="1200"/>
            <a:t>Understands document structure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Symbol" panose="05050102010706020507" pitchFamily="18" charset="2"/>
            <a:buChar char=""/>
          </a:pPr>
          <a:r>
            <a:rPr lang="en-US" sz="1700" kern="1200"/>
            <a:t>Preserves mathematical notation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Symbol" panose="05050102010706020507" pitchFamily="18" charset="2"/>
            <a:buChar char=""/>
          </a:pPr>
          <a:r>
            <a:rPr lang="en-US" sz="1700" kern="1200"/>
            <a:t>Outputs clean Markdown files</a:t>
          </a:r>
        </a:p>
      </dsp:txBody>
      <dsp:txXfrm>
        <a:off x="0" y="594445"/>
        <a:ext cx="8128000" cy="1457280"/>
      </dsp:txXfrm>
    </dsp:sp>
    <dsp:sp modelId="{A1B9A1CA-10EC-4D24-B777-0F7A565353F1}">
      <dsp:nvSpPr>
        <dsp:cNvPr id="0" name=""/>
        <dsp:cNvSpPr/>
      </dsp:nvSpPr>
      <dsp:spPr>
        <a:xfrm>
          <a:off x="0" y="2051725"/>
          <a:ext cx="81280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Before (OCR):</a:t>
          </a:r>
          <a:endParaRPr lang="en-US" sz="2200" kern="1200" dirty="0"/>
        </a:p>
      </dsp:txBody>
      <dsp:txXfrm>
        <a:off x="25759" y="2077484"/>
        <a:ext cx="8076482" cy="476152"/>
      </dsp:txXfrm>
    </dsp:sp>
    <dsp:sp modelId="{B4F91C22-4B65-4C65-A1EB-FE91BC0D44E3}">
      <dsp:nvSpPr>
        <dsp:cNvPr id="0" name=""/>
        <dsp:cNvSpPr/>
      </dsp:nvSpPr>
      <dsp:spPr>
        <a:xfrm>
          <a:off x="0" y="2579395"/>
          <a:ext cx="8128000" cy="774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700" kern="1200" dirty="0"/>
            <a:t>To add fractions 1 2 + 1 3 first find LCD</a:t>
          </a:r>
          <a:br>
            <a:rPr lang="en-US" sz="1700" kern="1200" dirty="0"/>
          </a:br>
          <a:r>
            <a:rPr lang="en-US" sz="1700" kern="1200" dirty="0"/>
            <a:t>The LCD of 2 and 3 is 6</a:t>
          </a:r>
          <a:br>
            <a:rPr lang="en-US" sz="1700" kern="1200" dirty="0"/>
          </a:br>
          <a:r>
            <a:rPr lang="en-US" sz="1700" kern="1200" dirty="0"/>
            <a:t>So 1 2 = 3 6 and 1 3 = 2 6</a:t>
          </a:r>
        </a:p>
      </dsp:txBody>
      <dsp:txXfrm>
        <a:off x="0" y="2579395"/>
        <a:ext cx="8128000" cy="774180"/>
      </dsp:txXfrm>
    </dsp:sp>
    <dsp:sp modelId="{2A6147A7-5791-4EAC-9ADA-C3592241A73F}">
      <dsp:nvSpPr>
        <dsp:cNvPr id="0" name=""/>
        <dsp:cNvSpPr/>
      </dsp:nvSpPr>
      <dsp:spPr>
        <a:xfrm>
          <a:off x="0" y="3353575"/>
          <a:ext cx="81280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After (</a:t>
          </a:r>
          <a:r>
            <a:rPr lang="en-US" sz="2200" b="1" kern="1200" dirty="0" err="1"/>
            <a:t>LlamaParse</a:t>
          </a:r>
          <a:r>
            <a:rPr lang="en-US" sz="2200" b="1" kern="1200" dirty="0"/>
            <a:t> → MD):</a:t>
          </a:r>
          <a:endParaRPr lang="en-US" sz="2200" kern="1200" dirty="0"/>
        </a:p>
      </dsp:txBody>
      <dsp:txXfrm>
        <a:off x="25759" y="3379334"/>
        <a:ext cx="8076482" cy="476152"/>
      </dsp:txXfrm>
    </dsp:sp>
    <dsp:sp modelId="{1A1C415B-75A3-447D-A25D-C39EDA941567}">
      <dsp:nvSpPr>
        <dsp:cNvPr id="0" name=""/>
        <dsp:cNvSpPr/>
      </dsp:nvSpPr>
      <dsp:spPr>
        <a:xfrm>
          <a:off x="0" y="3881245"/>
          <a:ext cx="8128000" cy="1502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700" kern="1200" dirty="0"/>
            <a:t>## Adding Fractions with Different Denominators</a:t>
          </a:r>
          <a:br>
            <a:rPr lang="en-US" sz="1700" kern="1200" dirty="0"/>
          </a:br>
          <a:br>
            <a:rPr lang="en-US" sz="1700" kern="1200" dirty="0"/>
          </a:br>
          <a:r>
            <a:rPr lang="en-US" sz="1700" kern="1200" dirty="0"/>
            <a:t>To add fractions 1/2 + 1/3:</a:t>
          </a:r>
          <a:br>
            <a:rPr lang="en-US" sz="1700" kern="1200" dirty="0"/>
          </a:br>
          <a:r>
            <a:rPr lang="en-US" sz="1700" kern="1200" dirty="0"/>
            <a:t>1. Find the LCD of 2 and 3 = 6</a:t>
          </a:r>
          <a:br>
            <a:rPr lang="en-US" sz="1700" kern="1200" dirty="0"/>
          </a:br>
          <a:r>
            <a:rPr lang="en-US" sz="1700" kern="1200" dirty="0"/>
            <a:t>2. Convert: 1/2 = 3/6 and 1/3 = 2/6</a:t>
          </a:r>
          <a:br>
            <a:rPr lang="en-US" sz="1700" kern="1200" dirty="0"/>
          </a:br>
          <a:r>
            <a:rPr lang="en-US" sz="1700" kern="1200" dirty="0"/>
            <a:t>3. Add: 3/6 + 2/6 = 5/6</a:t>
          </a:r>
        </a:p>
      </dsp:txBody>
      <dsp:txXfrm>
        <a:off x="0" y="3881245"/>
        <a:ext cx="8128000" cy="15028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3BBBB-0A0B-4476-85CB-8A0D7DAD41F3}">
      <dsp:nvSpPr>
        <dsp:cNvPr id="0" name=""/>
        <dsp:cNvSpPr/>
      </dsp:nvSpPr>
      <dsp:spPr>
        <a:xfrm>
          <a:off x="0" y="114959"/>
          <a:ext cx="8128000" cy="5420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Why Single Retrieval Method Fails</a:t>
          </a:r>
          <a:endParaRPr lang="en-US" sz="2400" kern="1200" dirty="0"/>
        </a:p>
      </dsp:txBody>
      <dsp:txXfrm>
        <a:off x="26462" y="141421"/>
        <a:ext cx="8075076" cy="489153"/>
      </dsp:txXfrm>
    </dsp:sp>
    <dsp:sp modelId="{BAFBF85B-5AC3-48AB-94CB-A4AF7FC39FFE}">
      <dsp:nvSpPr>
        <dsp:cNvPr id="0" name=""/>
        <dsp:cNvSpPr/>
      </dsp:nvSpPr>
      <dsp:spPr>
        <a:xfrm>
          <a:off x="0" y="843335"/>
          <a:ext cx="8128000" cy="1059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n-US" sz="1500" kern="1200" dirty="0"/>
        </a:p>
      </dsp:txBody>
      <dsp:txXfrm>
        <a:off x="0" y="843335"/>
        <a:ext cx="8128000" cy="1059840"/>
      </dsp:txXfrm>
    </dsp:sp>
    <dsp:sp modelId="{A1B9A1CA-10EC-4D24-B777-0F7A565353F1}">
      <dsp:nvSpPr>
        <dsp:cNvPr id="0" name=""/>
        <dsp:cNvSpPr/>
      </dsp:nvSpPr>
      <dsp:spPr>
        <a:xfrm>
          <a:off x="0" y="2498784"/>
          <a:ext cx="8128000" cy="5241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Our Hybrid Solution:</a:t>
          </a:r>
          <a:endParaRPr lang="en-US" sz="1900" kern="1200" dirty="0"/>
        </a:p>
      </dsp:txBody>
      <dsp:txXfrm>
        <a:off x="25588" y="2524372"/>
        <a:ext cx="8076824" cy="473003"/>
      </dsp:txXfrm>
    </dsp:sp>
    <dsp:sp modelId="{B4F91C22-4B65-4C65-A1EB-FE91BC0D44E3}">
      <dsp:nvSpPr>
        <dsp:cNvPr id="0" name=""/>
        <dsp:cNvSpPr/>
      </dsp:nvSpPr>
      <dsp:spPr>
        <a:xfrm>
          <a:off x="0" y="3146475"/>
          <a:ext cx="8128000" cy="1059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/>
            <a:t>Math: 65% Dense + 35% BM25 + </a:t>
          </a:r>
          <a:r>
            <a:rPr lang="en-US" sz="1800" kern="1200" dirty="0" err="1"/>
            <a:t>CrossEncoder</a:t>
          </a:r>
          <a:r>
            <a:rPr lang="en-US" sz="1800" kern="1200" dirty="0"/>
            <a:t> Reranking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/>
            <a:t>Science/Computer: RRF Fusion + Keyword Gating</a:t>
          </a:r>
        </a:p>
      </dsp:txBody>
      <dsp:txXfrm>
        <a:off x="0" y="3146475"/>
        <a:ext cx="8128000" cy="1059840"/>
      </dsp:txXfrm>
    </dsp:sp>
    <dsp:sp modelId="{2A6147A7-5791-4EAC-9ADA-C3592241A73F}">
      <dsp:nvSpPr>
        <dsp:cNvPr id="0" name=""/>
        <dsp:cNvSpPr/>
      </dsp:nvSpPr>
      <dsp:spPr>
        <a:xfrm>
          <a:off x="0" y="3829057"/>
          <a:ext cx="8128000" cy="4730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Reciprocal Rank Fusion (RRF):</a:t>
          </a:r>
          <a:endParaRPr lang="en-US" sz="1900" kern="1200" dirty="0"/>
        </a:p>
      </dsp:txBody>
      <dsp:txXfrm>
        <a:off x="23090" y="3852147"/>
        <a:ext cx="8081820" cy="426826"/>
      </dsp:txXfrm>
    </dsp:sp>
    <dsp:sp modelId="{1A1C415B-75A3-447D-A25D-C39EDA941567}">
      <dsp:nvSpPr>
        <dsp:cNvPr id="0" name=""/>
        <dsp:cNvSpPr/>
      </dsp:nvSpPr>
      <dsp:spPr>
        <a:xfrm>
          <a:off x="0" y="4261460"/>
          <a:ext cx="8128000" cy="1059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Symbol" panose="05050102010706020507" pitchFamily="18" charset="2"/>
            <a:buChar char=""/>
          </a:pPr>
          <a:r>
            <a:rPr lang="en-US" sz="1800" kern="1200" dirty="0"/>
            <a:t>Document in both lists → boosted score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Symbol" panose="05050102010706020507" pitchFamily="18" charset="2"/>
            <a:buChar char=""/>
          </a:pPr>
          <a:r>
            <a:rPr lang="en-US" sz="1800" kern="1200" dirty="0"/>
            <a:t>Document in one list → lower score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Symbol" panose="05050102010706020507" pitchFamily="18" charset="2"/>
            <a:buChar char=""/>
          </a:pPr>
          <a:r>
            <a:rPr lang="en-US" sz="1800" kern="1200" dirty="0"/>
            <a:t>Best of both worlds</a:t>
          </a:r>
        </a:p>
      </dsp:txBody>
      <dsp:txXfrm>
        <a:off x="0" y="4261460"/>
        <a:ext cx="8128000" cy="10598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30D63B-B14C-4AF5-98ED-70C4159001EA}">
      <dsp:nvSpPr>
        <dsp:cNvPr id="0" name=""/>
        <dsp:cNvSpPr/>
      </dsp:nvSpPr>
      <dsp:spPr>
        <a:xfrm>
          <a:off x="3571" y="206705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Query</a:t>
          </a:r>
        </a:p>
      </dsp:txBody>
      <dsp:txXfrm>
        <a:off x="31015" y="234149"/>
        <a:ext cx="1506815" cy="882133"/>
      </dsp:txXfrm>
    </dsp:sp>
    <dsp:sp modelId="{2E7D0F2B-640F-4021-A550-F9263C2FDA42}">
      <dsp:nvSpPr>
        <dsp:cNvPr id="0" name=""/>
        <dsp:cNvSpPr/>
      </dsp:nvSpPr>
      <dsp:spPr>
        <a:xfrm>
          <a:off x="1721445" y="481565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721445" y="559025"/>
        <a:ext cx="231757" cy="232382"/>
      </dsp:txXfrm>
    </dsp:sp>
    <dsp:sp modelId="{32E92052-1134-4447-A911-8F7CB4BC93E5}">
      <dsp:nvSpPr>
        <dsp:cNvPr id="0" name=""/>
        <dsp:cNvSpPr/>
      </dsp:nvSpPr>
      <dsp:spPr>
        <a:xfrm>
          <a:off x="2189956" y="206705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Embed</a:t>
          </a:r>
        </a:p>
      </dsp:txBody>
      <dsp:txXfrm>
        <a:off x="2217400" y="234149"/>
        <a:ext cx="1506815" cy="882133"/>
      </dsp:txXfrm>
    </dsp:sp>
    <dsp:sp modelId="{86E33F20-C895-49AC-88C9-1321E9A6ED55}">
      <dsp:nvSpPr>
        <dsp:cNvPr id="0" name=""/>
        <dsp:cNvSpPr/>
      </dsp:nvSpPr>
      <dsp:spPr>
        <a:xfrm>
          <a:off x="3907829" y="481565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907829" y="559025"/>
        <a:ext cx="231757" cy="232382"/>
      </dsp:txXfrm>
    </dsp:sp>
    <dsp:sp modelId="{C6D105B5-6F84-44E6-BC96-C0E12D87DC4B}">
      <dsp:nvSpPr>
        <dsp:cNvPr id="0" name=""/>
        <dsp:cNvSpPr/>
      </dsp:nvSpPr>
      <dsp:spPr>
        <a:xfrm>
          <a:off x="4376340" y="206705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Search</a:t>
          </a:r>
        </a:p>
      </dsp:txBody>
      <dsp:txXfrm>
        <a:off x="4403784" y="234149"/>
        <a:ext cx="1506815" cy="882133"/>
      </dsp:txXfrm>
    </dsp:sp>
    <dsp:sp modelId="{7AED6E82-5DED-4920-A117-7F566DFDCA29}">
      <dsp:nvSpPr>
        <dsp:cNvPr id="0" name=""/>
        <dsp:cNvSpPr/>
      </dsp:nvSpPr>
      <dsp:spPr>
        <a:xfrm>
          <a:off x="6094214" y="481565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094214" y="559025"/>
        <a:ext cx="231757" cy="232382"/>
      </dsp:txXfrm>
    </dsp:sp>
    <dsp:sp modelId="{3A7AE195-F828-4760-AE6C-1334AEF5406E}">
      <dsp:nvSpPr>
        <dsp:cNvPr id="0" name=""/>
        <dsp:cNvSpPr/>
      </dsp:nvSpPr>
      <dsp:spPr>
        <a:xfrm>
          <a:off x="6562724" y="206705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LLM</a:t>
          </a:r>
        </a:p>
      </dsp:txBody>
      <dsp:txXfrm>
        <a:off x="6590168" y="234149"/>
        <a:ext cx="1506815" cy="8821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7B0B2-06ED-4D19-9F87-B2937B2CA29E}">
      <dsp:nvSpPr>
        <dsp:cNvPr id="0" name=""/>
        <dsp:cNvSpPr/>
      </dsp:nvSpPr>
      <dsp:spPr>
        <a:xfrm>
          <a:off x="1423387" y="790443"/>
          <a:ext cx="2950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500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62750" y="834533"/>
        <a:ext cx="16280" cy="3259"/>
      </dsp:txXfrm>
    </dsp:sp>
    <dsp:sp modelId="{11EE868F-AAAA-4BD1-8E6C-24424E404259}">
      <dsp:nvSpPr>
        <dsp:cNvPr id="0" name=""/>
        <dsp:cNvSpPr/>
      </dsp:nvSpPr>
      <dsp:spPr>
        <a:xfrm>
          <a:off x="9510" y="411460"/>
          <a:ext cx="1415677" cy="8494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Query</a:t>
          </a:r>
        </a:p>
      </dsp:txBody>
      <dsp:txXfrm>
        <a:off x="9510" y="411460"/>
        <a:ext cx="1415677" cy="849406"/>
      </dsp:txXfrm>
    </dsp:sp>
    <dsp:sp modelId="{FCE6BFF8-D3F7-4D39-8A86-67BD78B9389E}">
      <dsp:nvSpPr>
        <dsp:cNvPr id="0" name=""/>
        <dsp:cNvSpPr/>
      </dsp:nvSpPr>
      <dsp:spPr>
        <a:xfrm>
          <a:off x="3164670" y="790443"/>
          <a:ext cx="2950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500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4033" y="834533"/>
        <a:ext cx="16280" cy="3259"/>
      </dsp:txXfrm>
    </dsp:sp>
    <dsp:sp modelId="{DEB8D499-3206-45F3-A2AC-BCB1D5545E87}">
      <dsp:nvSpPr>
        <dsp:cNvPr id="0" name=""/>
        <dsp:cNvSpPr/>
      </dsp:nvSpPr>
      <dsp:spPr>
        <a:xfrm>
          <a:off x="1750793" y="411460"/>
          <a:ext cx="1415677" cy="8494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Intent</a:t>
          </a:r>
        </a:p>
      </dsp:txBody>
      <dsp:txXfrm>
        <a:off x="1750793" y="411460"/>
        <a:ext cx="1415677" cy="849406"/>
      </dsp:txXfrm>
    </dsp:sp>
    <dsp:sp modelId="{BB965429-B22E-48D3-95CC-1D90EB2AE45E}">
      <dsp:nvSpPr>
        <dsp:cNvPr id="0" name=""/>
        <dsp:cNvSpPr/>
      </dsp:nvSpPr>
      <dsp:spPr>
        <a:xfrm>
          <a:off x="4905954" y="790443"/>
          <a:ext cx="2950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500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5317" y="834533"/>
        <a:ext cx="16280" cy="3259"/>
      </dsp:txXfrm>
    </dsp:sp>
    <dsp:sp modelId="{BBBF93B2-9994-4941-A03C-F7C0F278A425}">
      <dsp:nvSpPr>
        <dsp:cNvPr id="0" name=""/>
        <dsp:cNvSpPr/>
      </dsp:nvSpPr>
      <dsp:spPr>
        <a:xfrm>
          <a:off x="3492076" y="411460"/>
          <a:ext cx="1415677" cy="8494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Hybrid Search</a:t>
          </a:r>
        </a:p>
      </dsp:txBody>
      <dsp:txXfrm>
        <a:off x="3492076" y="411460"/>
        <a:ext cx="1415677" cy="849406"/>
      </dsp:txXfrm>
    </dsp:sp>
    <dsp:sp modelId="{FD3DFA66-33AD-41DE-BBAC-19F6261B97D6}">
      <dsp:nvSpPr>
        <dsp:cNvPr id="0" name=""/>
        <dsp:cNvSpPr/>
      </dsp:nvSpPr>
      <dsp:spPr>
        <a:xfrm>
          <a:off x="6647237" y="790443"/>
          <a:ext cx="2950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500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786600" y="834533"/>
        <a:ext cx="16280" cy="3259"/>
      </dsp:txXfrm>
    </dsp:sp>
    <dsp:sp modelId="{72906BFC-0BBC-4641-9C89-1CC09F76A156}">
      <dsp:nvSpPr>
        <dsp:cNvPr id="0" name=""/>
        <dsp:cNvSpPr/>
      </dsp:nvSpPr>
      <dsp:spPr>
        <a:xfrm>
          <a:off x="5233360" y="411460"/>
          <a:ext cx="1415677" cy="8494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Dense + BM25</a:t>
          </a:r>
        </a:p>
      </dsp:txBody>
      <dsp:txXfrm>
        <a:off x="5233360" y="411460"/>
        <a:ext cx="1415677" cy="849406"/>
      </dsp:txXfrm>
    </dsp:sp>
    <dsp:sp modelId="{568659B1-571C-45D2-9AD8-F5A977D3D449}">
      <dsp:nvSpPr>
        <dsp:cNvPr id="0" name=""/>
        <dsp:cNvSpPr/>
      </dsp:nvSpPr>
      <dsp:spPr>
        <a:xfrm>
          <a:off x="717348" y="1259066"/>
          <a:ext cx="6965133" cy="295005"/>
        </a:xfrm>
        <a:custGeom>
          <a:avLst/>
          <a:gdLst/>
          <a:ahLst/>
          <a:cxnLst/>
          <a:rect l="0" t="0" r="0" b="0"/>
          <a:pathLst>
            <a:path>
              <a:moveTo>
                <a:pt x="6965133" y="0"/>
              </a:moveTo>
              <a:lnTo>
                <a:pt x="6965133" y="164602"/>
              </a:lnTo>
              <a:lnTo>
                <a:pt x="0" y="164602"/>
              </a:lnTo>
              <a:lnTo>
                <a:pt x="0" y="295005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25597" y="1404939"/>
        <a:ext cx="348636" cy="3259"/>
      </dsp:txXfrm>
    </dsp:sp>
    <dsp:sp modelId="{1E06C1EA-3158-4CF2-A35F-F77AF00890AB}">
      <dsp:nvSpPr>
        <dsp:cNvPr id="0" name=""/>
        <dsp:cNvSpPr/>
      </dsp:nvSpPr>
      <dsp:spPr>
        <a:xfrm>
          <a:off x="6974643" y="411460"/>
          <a:ext cx="1415677" cy="8494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RRF Fusion</a:t>
          </a:r>
        </a:p>
      </dsp:txBody>
      <dsp:txXfrm>
        <a:off x="6974643" y="411460"/>
        <a:ext cx="1415677" cy="849406"/>
      </dsp:txXfrm>
    </dsp:sp>
    <dsp:sp modelId="{E1236857-79C6-48EB-BBD3-F21925447A34}">
      <dsp:nvSpPr>
        <dsp:cNvPr id="0" name=""/>
        <dsp:cNvSpPr/>
      </dsp:nvSpPr>
      <dsp:spPr>
        <a:xfrm>
          <a:off x="1423387" y="1965455"/>
          <a:ext cx="2950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500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62750" y="2009546"/>
        <a:ext cx="16280" cy="3259"/>
      </dsp:txXfrm>
    </dsp:sp>
    <dsp:sp modelId="{6C0C6B24-451B-465D-A3C9-97CE9CD10377}">
      <dsp:nvSpPr>
        <dsp:cNvPr id="0" name=""/>
        <dsp:cNvSpPr/>
      </dsp:nvSpPr>
      <dsp:spPr>
        <a:xfrm>
          <a:off x="9510" y="1586472"/>
          <a:ext cx="1415677" cy="8494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Keyword Gate</a:t>
          </a:r>
        </a:p>
      </dsp:txBody>
      <dsp:txXfrm>
        <a:off x="9510" y="1586472"/>
        <a:ext cx="1415677" cy="849406"/>
      </dsp:txXfrm>
    </dsp:sp>
    <dsp:sp modelId="{F1EC2565-A98A-41A2-A949-C68F3BF84242}">
      <dsp:nvSpPr>
        <dsp:cNvPr id="0" name=""/>
        <dsp:cNvSpPr/>
      </dsp:nvSpPr>
      <dsp:spPr>
        <a:xfrm>
          <a:off x="3164670" y="1965455"/>
          <a:ext cx="2950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500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4033" y="2009546"/>
        <a:ext cx="16280" cy="3259"/>
      </dsp:txXfrm>
    </dsp:sp>
    <dsp:sp modelId="{290BD2F5-0122-4308-B5CE-E3E5381C09BD}">
      <dsp:nvSpPr>
        <dsp:cNvPr id="0" name=""/>
        <dsp:cNvSpPr/>
      </dsp:nvSpPr>
      <dsp:spPr>
        <a:xfrm>
          <a:off x="1750793" y="1586472"/>
          <a:ext cx="1415677" cy="8494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Block Filter</a:t>
          </a:r>
        </a:p>
      </dsp:txBody>
      <dsp:txXfrm>
        <a:off x="1750793" y="1586472"/>
        <a:ext cx="1415677" cy="849406"/>
      </dsp:txXfrm>
    </dsp:sp>
    <dsp:sp modelId="{01F3AA10-9A45-4011-9845-04139C7991DE}">
      <dsp:nvSpPr>
        <dsp:cNvPr id="0" name=""/>
        <dsp:cNvSpPr/>
      </dsp:nvSpPr>
      <dsp:spPr>
        <a:xfrm>
          <a:off x="4905954" y="1965455"/>
          <a:ext cx="2950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500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5317" y="2009546"/>
        <a:ext cx="16280" cy="3259"/>
      </dsp:txXfrm>
    </dsp:sp>
    <dsp:sp modelId="{6023EFF9-DC24-4A5E-94F3-95B7494FA6C7}">
      <dsp:nvSpPr>
        <dsp:cNvPr id="0" name=""/>
        <dsp:cNvSpPr/>
      </dsp:nvSpPr>
      <dsp:spPr>
        <a:xfrm>
          <a:off x="3492076" y="1586472"/>
          <a:ext cx="1415677" cy="8494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Rerank</a:t>
          </a:r>
          <a:endParaRPr lang="en-US" sz="2400" kern="1200" dirty="0"/>
        </a:p>
      </dsp:txBody>
      <dsp:txXfrm>
        <a:off x="3492076" y="1586472"/>
        <a:ext cx="1415677" cy="849406"/>
      </dsp:txXfrm>
    </dsp:sp>
    <dsp:sp modelId="{B96FB061-536C-4BDA-A44F-E8FAA051755F}">
      <dsp:nvSpPr>
        <dsp:cNvPr id="0" name=""/>
        <dsp:cNvSpPr/>
      </dsp:nvSpPr>
      <dsp:spPr>
        <a:xfrm>
          <a:off x="6647237" y="1965455"/>
          <a:ext cx="2950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500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786600" y="2009546"/>
        <a:ext cx="16280" cy="3259"/>
      </dsp:txXfrm>
    </dsp:sp>
    <dsp:sp modelId="{9FA880A9-C1E8-42D6-9E54-60D454288465}">
      <dsp:nvSpPr>
        <dsp:cNvPr id="0" name=""/>
        <dsp:cNvSpPr/>
      </dsp:nvSpPr>
      <dsp:spPr>
        <a:xfrm>
          <a:off x="5233360" y="1586472"/>
          <a:ext cx="1415677" cy="8494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Top Results</a:t>
          </a:r>
        </a:p>
      </dsp:txBody>
      <dsp:txXfrm>
        <a:off x="5233360" y="1586472"/>
        <a:ext cx="1415677" cy="849406"/>
      </dsp:txXfrm>
    </dsp:sp>
    <dsp:sp modelId="{AD9851A7-60DE-4A14-83F8-29DFC39DBE61}">
      <dsp:nvSpPr>
        <dsp:cNvPr id="0" name=""/>
        <dsp:cNvSpPr/>
      </dsp:nvSpPr>
      <dsp:spPr>
        <a:xfrm>
          <a:off x="6974643" y="1586472"/>
          <a:ext cx="1415677" cy="8494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LLM</a:t>
          </a:r>
        </a:p>
      </dsp:txBody>
      <dsp:txXfrm>
        <a:off x="6974643" y="1586472"/>
        <a:ext cx="1415677" cy="8494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AB1A89-66F4-48D8-97EF-589351CF652F}">
      <dsp:nvSpPr>
        <dsp:cNvPr id="0" name=""/>
        <dsp:cNvSpPr/>
      </dsp:nvSpPr>
      <dsp:spPr>
        <a:xfrm>
          <a:off x="101257" y="809965"/>
          <a:ext cx="8102633" cy="364301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257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580AB-F2CA-48C8-BA8E-68ECFD5CC397}">
      <dsp:nvSpPr>
        <dsp:cNvPr id="0" name=""/>
        <dsp:cNvSpPr/>
      </dsp:nvSpPr>
      <dsp:spPr>
        <a:xfrm>
          <a:off x="838610" y="1236020"/>
          <a:ext cx="3273450" cy="3116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03DF15-199D-496E-BC1F-C14EAABFAA83}">
      <dsp:nvSpPr>
        <dsp:cNvPr id="0" name=""/>
        <dsp:cNvSpPr/>
      </dsp:nvSpPr>
      <dsp:spPr>
        <a:xfrm>
          <a:off x="4184984" y="1236020"/>
          <a:ext cx="3273450" cy="3116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D807F5-2452-4DD6-9C16-C4DD73943488}">
      <dsp:nvSpPr>
        <dsp:cNvPr id="0" name=""/>
        <dsp:cNvSpPr/>
      </dsp:nvSpPr>
      <dsp:spPr>
        <a:xfrm>
          <a:off x="-101290" y="80918"/>
          <a:ext cx="1377442" cy="1377442"/>
        </a:xfrm>
        <a:prstGeom prst="plus">
          <a:avLst>
            <a:gd name="adj" fmla="val 328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7DC524-1A22-44C6-A388-705CF873E23A}">
      <dsp:nvSpPr>
        <dsp:cNvPr id="0" name=""/>
        <dsp:cNvSpPr/>
      </dsp:nvSpPr>
      <dsp:spPr>
        <a:xfrm>
          <a:off x="6704893" y="576279"/>
          <a:ext cx="1296416" cy="4442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06303-9C71-4655-87FE-3224D2D11E2C}">
      <dsp:nvSpPr>
        <dsp:cNvPr id="0" name=""/>
        <dsp:cNvSpPr/>
      </dsp:nvSpPr>
      <dsp:spPr>
        <a:xfrm>
          <a:off x="4152574" y="1242685"/>
          <a:ext cx="810" cy="297661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AB1A89-66F4-48D8-97EF-589351CF652F}">
      <dsp:nvSpPr>
        <dsp:cNvPr id="0" name=""/>
        <dsp:cNvSpPr/>
      </dsp:nvSpPr>
      <dsp:spPr>
        <a:xfrm>
          <a:off x="101257" y="809965"/>
          <a:ext cx="8102633" cy="364301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257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580AB-F2CA-48C8-BA8E-68ECFD5CC397}">
      <dsp:nvSpPr>
        <dsp:cNvPr id="0" name=""/>
        <dsp:cNvSpPr/>
      </dsp:nvSpPr>
      <dsp:spPr>
        <a:xfrm>
          <a:off x="838610" y="1236020"/>
          <a:ext cx="3273450" cy="3116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03DF15-199D-496E-BC1F-C14EAABFAA83}">
      <dsp:nvSpPr>
        <dsp:cNvPr id="0" name=""/>
        <dsp:cNvSpPr/>
      </dsp:nvSpPr>
      <dsp:spPr>
        <a:xfrm>
          <a:off x="4184984" y="1236020"/>
          <a:ext cx="3273450" cy="3116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D807F5-2452-4DD6-9C16-C4DD73943488}">
      <dsp:nvSpPr>
        <dsp:cNvPr id="0" name=""/>
        <dsp:cNvSpPr/>
      </dsp:nvSpPr>
      <dsp:spPr>
        <a:xfrm>
          <a:off x="-101290" y="80918"/>
          <a:ext cx="1377442" cy="1377442"/>
        </a:xfrm>
        <a:prstGeom prst="plus">
          <a:avLst>
            <a:gd name="adj" fmla="val 328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7DC524-1A22-44C6-A388-705CF873E23A}">
      <dsp:nvSpPr>
        <dsp:cNvPr id="0" name=""/>
        <dsp:cNvSpPr/>
      </dsp:nvSpPr>
      <dsp:spPr>
        <a:xfrm>
          <a:off x="6704893" y="576279"/>
          <a:ext cx="1296416" cy="4442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06303-9C71-4655-87FE-3224D2D11E2C}">
      <dsp:nvSpPr>
        <dsp:cNvPr id="0" name=""/>
        <dsp:cNvSpPr/>
      </dsp:nvSpPr>
      <dsp:spPr>
        <a:xfrm>
          <a:off x="4152574" y="1242685"/>
          <a:ext cx="810" cy="297661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208E6F-0B36-422D-BFA7-8B1CE0FD3F09}">
      <dsp:nvSpPr>
        <dsp:cNvPr id="0" name=""/>
        <dsp:cNvSpPr/>
      </dsp:nvSpPr>
      <dsp:spPr>
        <a:xfrm>
          <a:off x="2739" y="149110"/>
          <a:ext cx="2671442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Student Query</a:t>
          </a:r>
        </a:p>
      </dsp:txBody>
      <dsp:txXfrm>
        <a:off x="2739" y="149110"/>
        <a:ext cx="2671442" cy="662400"/>
      </dsp:txXfrm>
    </dsp:sp>
    <dsp:sp modelId="{956E95EA-FD1F-4404-8318-A28D9E7C70DE}">
      <dsp:nvSpPr>
        <dsp:cNvPr id="0" name=""/>
        <dsp:cNvSpPr/>
      </dsp:nvSpPr>
      <dsp:spPr>
        <a:xfrm>
          <a:off x="2739" y="811510"/>
          <a:ext cx="2671442" cy="398761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"How to add 1/2 + 1/3?"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"What is √16?"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"Solve Exercise 2.4"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"What is the Internet?"</a:t>
          </a:r>
        </a:p>
      </dsp:txBody>
      <dsp:txXfrm>
        <a:off x="2739" y="811510"/>
        <a:ext cx="2671442" cy="3987616"/>
      </dsp:txXfrm>
    </dsp:sp>
    <dsp:sp modelId="{567AF272-8353-4BB1-8B21-D93154623AD8}">
      <dsp:nvSpPr>
        <dsp:cNvPr id="0" name=""/>
        <dsp:cNvSpPr/>
      </dsp:nvSpPr>
      <dsp:spPr>
        <a:xfrm>
          <a:off x="3048184" y="149110"/>
          <a:ext cx="2671442" cy="662400"/>
        </a:xfrm>
        <a:prstGeom prst="rect">
          <a:avLst/>
        </a:prstGeom>
        <a:solidFill>
          <a:srgbClr val="CC0099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OCR + Basic RAG</a:t>
          </a:r>
        </a:p>
      </dsp:txBody>
      <dsp:txXfrm>
        <a:off x="3048184" y="149110"/>
        <a:ext cx="2671442" cy="662400"/>
      </dsp:txXfrm>
    </dsp:sp>
    <dsp:sp modelId="{46465FD1-9D48-470A-BFE0-23D9387A113F}">
      <dsp:nvSpPr>
        <dsp:cNvPr id="0" name=""/>
        <dsp:cNvSpPr/>
      </dsp:nvSpPr>
      <dsp:spPr>
        <a:xfrm>
          <a:off x="3048184" y="811510"/>
          <a:ext cx="2671442" cy="3987616"/>
        </a:xfrm>
        <a:prstGeom prst="rect">
          <a:avLst/>
        </a:prstGeom>
        <a:solidFill>
          <a:srgbClr val="F9BDE4">
            <a:alpha val="89804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"Fractions are parts of a whole..."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"V16 = ?" (OCR error)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Random chapter content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Generic definition </a:t>
          </a:r>
        </a:p>
      </dsp:txBody>
      <dsp:txXfrm>
        <a:off x="3048184" y="811510"/>
        <a:ext cx="2671442" cy="3987616"/>
      </dsp:txXfrm>
    </dsp:sp>
    <dsp:sp modelId="{63BD4F87-393A-42D4-BBE2-1BE38801519D}">
      <dsp:nvSpPr>
        <dsp:cNvPr id="0" name=""/>
        <dsp:cNvSpPr/>
      </dsp:nvSpPr>
      <dsp:spPr>
        <a:xfrm>
          <a:off x="6093628" y="149110"/>
          <a:ext cx="2671442" cy="662400"/>
        </a:xfrm>
        <a:prstGeom prst="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Enhanced RAG</a:t>
          </a:r>
        </a:p>
      </dsp:txBody>
      <dsp:txXfrm>
        <a:off x="6093628" y="149110"/>
        <a:ext cx="2671442" cy="662400"/>
      </dsp:txXfrm>
    </dsp:sp>
    <dsp:sp modelId="{FB747534-DABB-49BF-AB99-2DE0F713107D}">
      <dsp:nvSpPr>
        <dsp:cNvPr id="0" name=""/>
        <dsp:cNvSpPr/>
      </dsp:nvSpPr>
      <dsp:spPr>
        <a:xfrm>
          <a:off x="6093628" y="811510"/>
          <a:ext cx="2671442" cy="3987616"/>
        </a:xfrm>
        <a:prstGeom prst="rect">
          <a:avLst/>
        </a:prstGeom>
        <a:solidFill>
          <a:schemeClr val="accent6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"Step 1: Find LCD=6, Step 2: Convert..."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"√16 = 4 because 4×4=16"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Exact exercise with solution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Textbook definition + examples </a:t>
          </a:r>
        </a:p>
      </dsp:txBody>
      <dsp:txXfrm>
        <a:off x="6093628" y="811510"/>
        <a:ext cx="2671442" cy="39876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7A140-C3A5-43E4-BD28-3C31B61E6EA3}">
      <dsp:nvSpPr>
        <dsp:cNvPr id="0" name=""/>
        <dsp:cNvSpPr/>
      </dsp:nvSpPr>
      <dsp:spPr>
        <a:xfrm>
          <a:off x="0" y="618331"/>
          <a:ext cx="8044231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B898EB-38C9-408E-9FE2-CB5C874FA50A}">
      <dsp:nvSpPr>
        <dsp:cNvPr id="0" name=""/>
        <dsp:cNvSpPr/>
      </dsp:nvSpPr>
      <dsp:spPr>
        <a:xfrm>
          <a:off x="402211" y="95737"/>
          <a:ext cx="6661990" cy="758753"/>
        </a:xfrm>
        <a:prstGeom prst="round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2837" tIns="0" rIns="212837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Need: Our Solution</a:t>
          </a:r>
          <a:endParaRPr lang="en-US" sz="2400" b="0" kern="12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39250" y="132776"/>
        <a:ext cx="6587912" cy="684675"/>
      </dsp:txXfrm>
    </dsp:sp>
    <dsp:sp modelId="{87E2FD7C-0729-47B8-B1FB-A44E439BE764}">
      <dsp:nvSpPr>
        <dsp:cNvPr id="0" name=""/>
        <dsp:cNvSpPr/>
      </dsp:nvSpPr>
      <dsp:spPr>
        <a:xfrm>
          <a:off x="0" y="1676179"/>
          <a:ext cx="8044231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36B2A-6433-401D-953E-FC86D923A3BE}">
      <dsp:nvSpPr>
        <dsp:cNvPr id="0" name=""/>
        <dsp:cNvSpPr/>
      </dsp:nvSpPr>
      <dsp:spPr>
        <a:xfrm>
          <a:off x="402211" y="1107931"/>
          <a:ext cx="6714752" cy="804408"/>
        </a:xfrm>
        <a:prstGeom prst="round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2837" tIns="0" rIns="21283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prstClr val="white"/>
              </a:solidFill>
              <a:latin typeface="Tahoma"/>
              <a:ea typeface="+mn-ea"/>
              <a:cs typeface="+mn-cs"/>
            </a:rPr>
            <a:t>Overwhelm</a:t>
          </a:r>
          <a:r>
            <a:rPr lang="en-US" sz="1400" kern="1200" dirty="0"/>
            <a:t> </a:t>
          </a:r>
          <a:r>
            <a:rPr lang="en-US" sz="2000" kern="1200" dirty="0">
              <a:solidFill>
                <a:prstClr val="white"/>
              </a:solidFill>
              <a:latin typeface="Tahoma"/>
              <a:ea typeface="+mn-ea"/>
              <a:cs typeface="+mn-cs"/>
            </a:rPr>
            <a:t>easily: Clean, calm interface with soft blues</a:t>
          </a:r>
        </a:p>
      </dsp:txBody>
      <dsp:txXfrm>
        <a:off x="441479" y="1147199"/>
        <a:ext cx="6636216" cy="725872"/>
      </dsp:txXfrm>
    </dsp:sp>
    <dsp:sp modelId="{E7351307-5BD1-403B-A1BF-1058796C5E99}">
      <dsp:nvSpPr>
        <dsp:cNvPr id="0" name=""/>
        <dsp:cNvSpPr/>
      </dsp:nvSpPr>
      <dsp:spPr>
        <a:xfrm>
          <a:off x="0" y="2656066"/>
          <a:ext cx="8044231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FEB779-618B-4854-88E9-390575D436B8}">
      <dsp:nvSpPr>
        <dsp:cNvPr id="0" name=""/>
        <dsp:cNvSpPr/>
      </dsp:nvSpPr>
      <dsp:spPr>
        <a:xfrm>
          <a:off x="402211" y="2165779"/>
          <a:ext cx="6721115" cy="726447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2837" tIns="0" rIns="21283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Need clarity: Simple language, no jargon</a:t>
          </a:r>
          <a:endParaRPr lang="en-US" sz="2000" kern="12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37673" y="2201241"/>
        <a:ext cx="6650191" cy="655523"/>
      </dsp:txXfrm>
    </dsp:sp>
    <dsp:sp modelId="{6F7D5871-2019-413C-89A0-69FF1A0038DA}">
      <dsp:nvSpPr>
        <dsp:cNvPr id="0" name=""/>
        <dsp:cNvSpPr/>
      </dsp:nvSpPr>
      <dsp:spPr>
        <a:xfrm>
          <a:off x="0" y="3665426"/>
          <a:ext cx="8044231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C8910-B46F-401D-912E-BA81E5433DDC}">
      <dsp:nvSpPr>
        <dsp:cNvPr id="0" name=""/>
        <dsp:cNvSpPr/>
      </dsp:nvSpPr>
      <dsp:spPr>
        <a:xfrm>
          <a:off x="402211" y="3145666"/>
          <a:ext cx="6719764" cy="755919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2837" tIns="0" rIns="21283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Visual learners: Generated images for concepts</a:t>
          </a:r>
          <a:endParaRPr lang="en-US" sz="2000" kern="12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39112" y="3182567"/>
        <a:ext cx="6645962" cy="682117"/>
      </dsp:txXfrm>
    </dsp:sp>
    <dsp:sp modelId="{CA11F9AE-4FAF-40E7-BA12-12C7ACA8BA90}">
      <dsp:nvSpPr>
        <dsp:cNvPr id="0" name=""/>
        <dsp:cNvSpPr/>
      </dsp:nvSpPr>
      <dsp:spPr>
        <a:xfrm>
          <a:off x="0" y="4639164"/>
          <a:ext cx="8044231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951EEF-BE39-4D50-97B5-DD39D0D4E886}">
      <dsp:nvSpPr>
        <dsp:cNvPr id="0" name=""/>
        <dsp:cNvSpPr/>
      </dsp:nvSpPr>
      <dsp:spPr>
        <a:xfrm>
          <a:off x="402211" y="4155026"/>
          <a:ext cx="6700731" cy="720297"/>
        </a:xfrm>
        <a:prstGeom prst="roundRect">
          <a:avLst/>
        </a:prstGeom>
        <a:solidFill>
          <a:schemeClr val="bg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2837" tIns="0" rIns="21283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Audio preference: Text-to-Speech for all answers</a:t>
          </a:r>
          <a:endParaRPr lang="en-US" sz="2000" kern="12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37373" y="4190188"/>
        <a:ext cx="6630407" cy="64997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7A140-C3A5-43E4-BD28-3C31B61E6EA3}">
      <dsp:nvSpPr>
        <dsp:cNvPr id="0" name=""/>
        <dsp:cNvSpPr/>
      </dsp:nvSpPr>
      <dsp:spPr>
        <a:xfrm>
          <a:off x="0" y="719648"/>
          <a:ext cx="8178363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B898EB-38C9-408E-9FE2-CB5C874FA50A}">
      <dsp:nvSpPr>
        <dsp:cNvPr id="0" name=""/>
        <dsp:cNvSpPr/>
      </dsp:nvSpPr>
      <dsp:spPr>
        <a:xfrm>
          <a:off x="408918" y="52436"/>
          <a:ext cx="7192821" cy="947651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386" tIns="0" rIns="21638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Need patience: AI never rushes, always encouraging</a:t>
          </a:r>
          <a:endParaRPr lang="en-US" sz="2400" b="0" kern="12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55179" y="98697"/>
        <a:ext cx="7100299" cy="855129"/>
      </dsp:txXfrm>
    </dsp:sp>
    <dsp:sp modelId="{87E2FD7C-0729-47B8-B1FB-A44E439BE764}">
      <dsp:nvSpPr>
        <dsp:cNvPr id="0" name=""/>
        <dsp:cNvSpPr/>
      </dsp:nvSpPr>
      <dsp:spPr>
        <a:xfrm>
          <a:off x="0" y="1872539"/>
          <a:ext cx="8178363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36B2A-6433-401D-953E-FC86D923A3BE}">
      <dsp:nvSpPr>
        <dsp:cNvPr id="0" name=""/>
        <dsp:cNvSpPr/>
      </dsp:nvSpPr>
      <dsp:spPr>
        <a:xfrm>
          <a:off x="408918" y="1301048"/>
          <a:ext cx="7177650" cy="851931"/>
        </a:xfrm>
        <a:prstGeom prst="round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386" tIns="0" rIns="21638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Need consistency: Same layout across all pages</a:t>
          </a:r>
          <a:endParaRPr lang="en-US" sz="2400" kern="12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50506" y="1342636"/>
        <a:ext cx="7094474" cy="768755"/>
      </dsp:txXfrm>
    </dsp:sp>
    <dsp:sp modelId="{E7351307-5BD1-403B-A1BF-1058796C5E99}">
      <dsp:nvSpPr>
        <dsp:cNvPr id="0" name=""/>
        <dsp:cNvSpPr/>
      </dsp:nvSpPr>
      <dsp:spPr>
        <a:xfrm>
          <a:off x="0" y="3109765"/>
          <a:ext cx="8178363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FEB779-618B-4854-88E9-390575D436B8}">
      <dsp:nvSpPr>
        <dsp:cNvPr id="0" name=""/>
        <dsp:cNvSpPr/>
      </dsp:nvSpPr>
      <dsp:spPr>
        <a:xfrm>
          <a:off x="408918" y="2453939"/>
          <a:ext cx="7157441" cy="936265"/>
        </a:xfrm>
        <a:prstGeom prst="round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386" tIns="0" rIns="21638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Need structure: Step-by-step explanations always</a:t>
          </a:r>
          <a:endParaRPr lang="en-US" sz="2400" kern="12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54623" y="2499644"/>
        <a:ext cx="7066031" cy="844855"/>
      </dsp:txXfrm>
    </dsp:sp>
    <dsp:sp modelId="{6F7D5871-2019-413C-89A0-69FF1A0038DA}">
      <dsp:nvSpPr>
        <dsp:cNvPr id="0" name=""/>
        <dsp:cNvSpPr/>
      </dsp:nvSpPr>
      <dsp:spPr>
        <a:xfrm>
          <a:off x="0" y="4412238"/>
          <a:ext cx="8178363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C8910-B46F-401D-912E-BA81E5433DDC}">
      <dsp:nvSpPr>
        <dsp:cNvPr id="0" name=""/>
        <dsp:cNvSpPr/>
      </dsp:nvSpPr>
      <dsp:spPr>
        <a:xfrm>
          <a:off x="408918" y="3691165"/>
          <a:ext cx="7208221" cy="1001512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386" tIns="0" rIns="21638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Need encouragement: Stars, rewards, positive feedback</a:t>
          </a:r>
          <a:endParaRPr lang="en-US" sz="2400" kern="1200" dirty="0">
            <a:latin typeface="+mn-lt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57808" y="3740055"/>
        <a:ext cx="7110441" cy="903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PlusandMinus">
  <dgm:title val=""/>
  <dgm:desc val=""/>
  <dgm:catLst>
    <dgm:cat type="relationship" pri="36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2"/>
      <dgm:chPref val="2"/>
      <dgm:dir/>
      <dgm:animOne/>
      <dgm:resizeHandles val="exact"/>
    </dgm:varLst>
    <dgm:alg type="composite">
      <dgm:param type="ar" val="1.8238"/>
    </dgm:alg>
    <dgm:shape xmlns:r="http://schemas.openxmlformats.org/officeDocument/2006/relationships" r:blip="">
      <dgm:adjLst/>
    </dgm:shape>
    <dgm:choose name="Name1">
      <dgm:if name="Name2" func="var" arg="dir" op="equ" val="norm">
        <dgm:constrLst>
          <dgm:constr type="primFontSz" for="des" ptType="node" op="equ" val="65"/>
          <dgm:constr type="l" for="ch" forName="Background" refType="w" fact="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l" for="ch" forName="ParentText1" refType="w" fact="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l" for="ch" forName="ParentText2" refType="w" fact="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l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l" for="ch" forName="Minus" refType="w" fact="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l" for="ch" forName="Divider" refType="w" fact="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if>
      <dgm:else name="Name3">
        <dgm:constrLst>
          <dgm:constr type="primFontSz" for="des" ptType="node" op="equ" val="65"/>
          <dgm:constr type="r" for="ch" forName="Background" refType="w" fact="-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r" for="ch" forName="ParentText1" refType="w" fact="-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r" for="ch" forName="ParentText2" refType="w" fact="-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r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r" for="ch" forName="Minus" refType="w" fact="-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r" for="ch" forName="Divider" refType="w" fact="-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else>
    </dgm:choose>
    <dgm:layoutNode name="Background" styleLbl="bgImgPlace1">
      <dgm:alg type="sp"/>
      <dgm:shape xmlns:r="http://schemas.openxmlformats.org/officeDocument/2006/relationships" type="rect" r:blip="">
        <dgm:adjLst/>
      </dgm:shape>
      <dgm:presOf/>
    </dgm:layoutNode>
    <dgm:layoutNode name="ParentText1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1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arentText2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2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lus" styleLbl="alignNode1">
      <dgm:alg type="sp"/>
      <dgm:shape xmlns:r="http://schemas.openxmlformats.org/officeDocument/2006/relationships" type="plus" r:blip="">
        <dgm:adjLst>
          <dgm:adj idx="1" val="0.3281"/>
        </dgm:adjLst>
      </dgm:shape>
      <dgm:presOf/>
    </dgm:layoutNode>
    <dgm:layoutNode name="Minus" styleLbl="alignNode1">
      <dgm:alg type="sp"/>
      <dgm:shape xmlns:r="http://schemas.openxmlformats.org/officeDocument/2006/relationships" type="rect" r:blip="">
        <dgm:adjLst/>
      </dgm:shape>
      <dgm:presOf/>
    </dgm:layoutNode>
    <dgm:layoutNode name="Divider" styleLbl="parChTrans1D1">
      <dgm:alg type="sp"/>
      <dgm:shape xmlns:r="http://schemas.openxmlformats.org/officeDocument/2006/relationships" type="line" r:blip="">
        <dgm:adjLst/>
      </dgm:shape>
      <dgm:presOf/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PlusandMinus">
  <dgm:title val=""/>
  <dgm:desc val=""/>
  <dgm:catLst>
    <dgm:cat type="relationship" pri="36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2"/>
      <dgm:chPref val="2"/>
      <dgm:dir/>
      <dgm:animOne/>
      <dgm:resizeHandles val="exact"/>
    </dgm:varLst>
    <dgm:alg type="composite">
      <dgm:param type="ar" val="1.8238"/>
    </dgm:alg>
    <dgm:shape xmlns:r="http://schemas.openxmlformats.org/officeDocument/2006/relationships" r:blip="">
      <dgm:adjLst/>
    </dgm:shape>
    <dgm:choose name="Name1">
      <dgm:if name="Name2" func="var" arg="dir" op="equ" val="norm">
        <dgm:constrLst>
          <dgm:constr type="primFontSz" for="des" ptType="node" op="equ" val="65"/>
          <dgm:constr type="l" for="ch" forName="Background" refType="w" fact="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l" for="ch" forName="ParentText1" refType="w" fact="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l" for="ch" forName="ParentText2" refType="w" fact="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l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l" for="ch" forName="Minus" refType="w" fact="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l" for="ch" forName="Divider" refType="w" fact="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if>
      <dgm:else name="Name3">
        <dgm:constrLst>
          <dgm:constr type="primFontSz" for="des" ptType="node" op="equ" val="65"/>
          <dgm:constr type="r" for="ch" forName="Background" refType="w" fact="-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r" for="ch" forName="ParentText1" refType="w" fact="-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r" for="ch" forName="ParentText2" refType="w" fact="-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r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r" for="ch" forName="Minus" refType="w" fact="-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r" for="ch" forName="Divider" refType="w" fact="-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else>
    </dgm:choose>
    <dgm:layoutNode name="Background" styleLbl="bgImgPlace1">
      <dgm:alg type="sp"/>
      <dgm:shape xmlns:r="http://schemas.openxmlformats.org/officeDocument/2006/relationships" type="rect" r:blip="">
        <dgm:adjLst/>
      </dgm:shape>
      <dgm:presOf/>
    </dgm:layoutNode>
    <dgm:layoutNode name="ParentText1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1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arentText2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2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lus" styleLbl="alignNode1">
      <dgm:alg type="sp"/>
      <dgm:shape xmlns:r="http://schemas.openxmlformats.org/officeDocument/2006/relationships" type="plus" r:blip="">
        <dgm:adjLst>
          <dgm:adj idx="1" val="0.3281"/>
        </dgm:adjLst>
      </dgm:shape>
      <dgm:presOf/>
    </dgm:layoutNode>
    <dgm:layoutNode name="Minus" styleLbl="alignNode1">
      <dgm:alg type="sp"/>
      <dgm:shape xmlns:r="http://schemas.openxmlformats.org/officeDocument/2006/relationships" type="rect" r:blip="">
        <dgm:adjLst/>
      </dgm:shape>
      <dgm:presOf/>
    </dgm:layoutNode>
    <dgm:layoutNode name="Divider" styleLbl="parChTrans1D1">
      <dgm:alg type="sp"/>
      <dgm:shape xmlns:r="http://schemas.openxmlformats.org/officeDocument/2006/relationships" type="line" r:blip="">
        <dgm:adjLst/>
      </dgm:shape>
      <dgm:presOf/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9/3/layout/PlusandMinus">
  <dgm:title val=""/>
  <dgm:desc val=""/>
  <dgm:catLst>
    <dgm:cat type="relationship" pri="36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2"/>
      <dgm:chPref val="2"/>
      <dgm:dir/>
      <dgm:animOne/>
      <dgm:resizeHandles val="exact"/>
    </dgm:varLst>
    <dgm:alg type="composite">
      <dgm:param type="ar" val="1.8238"/>
    </dgm:alg>
    <dgm:shape xmlns:r="http://schemas.openxmlformats.org/officeDocument/2006/relationships" r:blip="">
      <dgm:adjLst/>
    </dgm:shape>
    <dgm:choose name="Name1">
      <dgm:if name="Name2" func="var" arg="dir" op="equ" val="norm">
        <dgm:constrLst>
          <dgm:constr type="primFontSz" for="des" ptType="node" op="equ" val="65"/>
          <dgm:constr type="l" for="ch" forName="Background" refType="w" fact="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l" for="ch" forName="ParentText1" refType="w" fact="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l" for="ch" forName="ParentText2" refType="w" fact="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l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l" for="ch" forName="Minus" refType="w" fact="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l" for="ch" forName="Divider" refType="w" fact="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if>
      <dgm:else name="Name3">
        <dgm:constrLst>
          <dgm:constr type="primFontSz" for="des" ptType="node" op="equ" val="65"/>
          <dgm:constr type="r" for="ch" forName="Background" refType="w" fact="-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r" for="ch" forName="ParentText1" refType="w" fact="-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r" for="ch" forName="ParentText2" refType="w" fact="-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r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r" for="ch" forName="Minus" refType="w" fact="-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r" for="ch" forName="Divider" refType="w" fact="-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else>
    </dgm:choose>
    <dgm:layoutNode name="Background" styleLbl="bgImgPlace1">
      <dgm:alg type="sp"/>
      <dgm:shape xmlns:r="http://schemas.openxmlformats.org/officeDocument/2006/relationships" type="rect" r:blip="">
        <dgm:adjLst/>
      </dgm:shape>
      <dgm:presOf/>
    </dgm:layoutNode>
    <dgm:layoutNode name="ParentText1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1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arentText2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2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lus" styleLbl="alignNode1">
      <dgm:alg type="sp"/>
      <dgm:shape xmlns:r="http://schemas.openxmlformats.org/officeDocument/2006/relationships" type="plus" r:blip="">
        <dgm:adjLst>
          <dgm:adj idx="1" val="0.3281"/>
        </dgm:adjLst>
      </dgm:shape>
      <dgm:presOf/>
    </dgm:layoutNode>
    <dgm:layoutNode name="Minus" styleLbl="alignNode1">
      <dgm:alg type="sp"/>
      <dgm:shape xmlns:r="http://schemas.openxmlformats.org/officeDocument/2006/relationships" type="rect" r:blip="">
        <dgm:adjLst/>
      </dgm:shape>
      <dgm:presOf/>
    </dgm:layoutNode>
    <dgm:layoutNode name="Divider" styleLbl="parChTrans1D1">
      <dgm:alg type="sp"/>
      <dgm:shape xmlns:r="http://schemas.openxmlformats.org/officeDocument/2006/relationships" type="line" r:blip="">
        <dgm:adjLst/>
      </dgm:shape>
      <dgm:presOf/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7FC7C1-D8AA-B091-1F6F-DF34F496CE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4C66C-4BFB-810C-145A-0148EAF322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948B2-9F39-4214-ADF8-BB8A8597363A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74DF4-2BD2-B359-2542-5A3171304A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933CE-E538-0BA9-37EF-03D2B904A5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620F8-C27B-45D3-8113-3F786F5F3A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26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F9B0E6-B9BF-4E2D-AE08-8C7EBB196A2E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3816F-A1CF-4485-B308-1B9F14B36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839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844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18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D1712-2408-02F0-0EE8-A1736580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8EF2D-7056-049E-2CB7-4E92CBD6E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BEEBF-F515-ECB1-FE24-B47BE3992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4461C-F8F3-6440-1516-F90D3BA06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71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356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FA8F4-BF96-5BBE-5869-3062CD1BE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5F6E6-F3EF-321A-E21A-2DE36F7E1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2E739-00D2-C39E-198F-2169D4FC7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6B0BB-A3DB-877F-9FFF-5B379A6CC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307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599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466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381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495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58ECB-AB8F-10F5-E3AD-A46CD66F2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AF2D7-64C5-CD1E-F4A8-C8B71A7AC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5DA5B-626F-0909-6599-7A8550B36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2DDEE-07C3-D996-1021-ED437B9E8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714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30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D53D5-D22A-DF39-1C1B-13BC8C90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D140A-8F50-2C9E-828F-EDC370C11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B8096-6EDF-4BBD-9637-48ABFFCED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65CC1-5E70-EF4B-5597-44005DC55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236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2262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543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7F5B9-CC42-764A-1693-42FB89E00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60A25-1C80-A3A8-0211-C7DFC2ACA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58279-FA99-7716-21A9-BD8110F12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6B7DE-AA92-95AC-3B6D-74FA7265C4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6119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386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12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5" Type="http://schemas.openxmlformats.org/officeDocument/2006/relationships/image" Target="../media/image14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00BC3F5-39B3-1648-62F2-45C086865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631394">
            <a:off x="3790715" y="4482751"/>
            <a:ext cx="3194131" cy="319413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A951F4-AC22-7415-9F2B-28314AEB7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338607" flipH="1">
            <a:off x="-587261" y="1663257"/>
            <a:ext cx="2684499" cy="268449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4326095-3B51-C5F9-14E2-1D754BD51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078969">
            <a:off x="1920309" y="4797205"/>
            <a:ext cx="2453456" cy="24534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A2DC491-EA74-1A63-78D5-3236C8B0D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213697">
            <a:off x="-491837" y="3688628"/>
            <a:ext cx="3245427" cy="324542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8DEFB3F-949E-05A4-D2E2-BDEC19A1E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0451125">
            <a:off x="8514237" y="-118161"/>
            <a:ext cx="3005286" cy="300528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FE53462-3A3E-FD14-1012-5A19F0FD0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8889495">
            <a:off x="10171718" y="145767"/>
            <a:ext cx="1574403" cy="157440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5361A00-F2C4-8F3D-504C-2CF21C8E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520790">
            <a:off x="10917677" y="783939"/>
            <a:ext cx="1488402" cy="14884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80C5E7-B1A1-4648-89D2-17B0F1E7F5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85417" y="359927"/>
            <a:ext cx="7221166" cy="2887389"/>
          </a:xfrm>
        </p:spPr>
        <p:txBody>
          <a:bodyPr anchor="b">
            <a:norm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40298-3E00-4E73-B947-697E692828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85417" y="3368570"/>
            <a:ext cx="7221166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BFF838-44C0-5434-BF69-2B058BC4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579677" y="3278339"/>
            <a:ext cx="49149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51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CC5AE48-291E-005A-A492-CE0FF1DD1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09186" y="0"/>
            <a:ext cx="3668917" cy="6941127"/>
            <a:chOff x="9009186" y="0"/>
            <a:chExt cx="3668917" cy="694112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035531F-5384-C0A2-104E-55D4C00779C4}"/>
                </a:ext>
              </a:extLst>
            </p:cNvPr>
            <p:cNvGrpSpPr/>
            <p:nvPr/>
          </p:nvGrpSpPr>
          <p:grpSpPr>
            <a:xfrm>
              <a:off x="9055676" y="0"/>
              <a:ext cx="3136324" cy="6858000"/>
              <a:chOff x="9055676" y="0"/>
              <a:chExt cx="3136324" cy="68580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A8AD2DB-4128-5ECA-2FB8-4020AE394BB2}"/>
                  </a:ext>
                </a:extLst>
              </p:cNvPr>
              <p:cNvSpPr/>
              <p:nvPr/>
            </p:nvSpPr>
            <p:spPr>
              <a:xfrm>
                <a:off x="9221932" y="0"/>
                <a:ext cx="2970068" cy="685800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396CF12-83CC-ABBC-A014-1B5592F6F505}"/>
                  </a:ext>
                </a:extLst>
              </p:cNvPr>
              <p:cNvSpPr/>
              <p:nvPr/>
            </p:nvSpPr>
            <p:spPr>
              <a:xfrm>
                <a:off x="9055676" y="0"/>
                <a:ext cx="166255" cy="685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91BC38-DFC2-6BC6-E88E-3DECF4A02153}"/>
                  </a:ext>
                </a:extLst>
              </p:cNvPr>
              <p:cNvSpPr/>
              <p:nvPr/>
            </p:nvSpPr>
            <p:spPr>
              <a:xfrm>
                <a:off x="9221932" y="0"/>
                <a:ext cx="114301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E6A6F50-9B7A-E587-24AB-02AD9C6DE1E4}"/>
                  </a:ext>
                </a:extLst>
              </p:cNvPr>
              <p:cNvSpPr/>
              <p:nvPr/>
            </p:nvSpPr>
            <p:spPr>
              <a:xfrm>
                <a:off x="9336233" y="0"/>
                <a:ext cx="150667" cy="6858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4FFBEFC-4933-FBFE-2CF4-A2BD5CB8B4B8}"/>
                  </a:ext>
                </a:extLst>
              </p:cNvPr>
              <p:cNvSpPr/>
              <p:nvPr/>
            </p:nvSpPr>
            <p:spPr>
              <a:xfrm>
                <a:off x="9336233" y="0"/>
                <a:ext cx="57150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9" name="Graphic 8" descr="Clipboard">
              <a:extLst>
                <a:ext uri="{FF2B5EF4-FFF2-40B4-BE49-F238E27FC236}">
                  <a16:creationId xmlns:a16="http://schemas.microsoft.com/office/drawing/2014/main" id="{5972380A-ABA8-B22B-B9B6-28350A684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09186" y="3272210"/>
              <a:ext cx="3668917" cy="366891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69" y="89087"/>
            <a:ext cx="8141556" cy="1591655"/>
          </a:xfrm>
        </p:spPr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3746-779A-435F-995A-5BF82C86C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69" y="1825625"/>
            <a:ext cx="8141556" cy="4351338"/>
          </a:xfrm>
        </p:spPr>
        <p:txBody>
          <a:bodyPr>
            <a:normAutofit/>
          </a:bodyPr>
          <a:lstStyle>
            <a:lvl1pPr>
              <a:spcBef>
                <a:spcPts val="1000"/>
              </a:spcBef>
              <a:defRPr sz="24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spcBef>
                <a:spcPts val="1000"/>
              </a:spcBef>
              <a:defRPr sz="20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spcBef>
                <a:spcPts val="1000"/>
              </a:spcBef>
              <a:defRPr sz="18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spcBef>
                <a:spcPts val="1000"/>
              </a:spcBef>
              <a:defRPr sz="16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spcBef>
                <a:spcPts val="1000"/>
              </a:spcBef>
              <a:defRPr sz="16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54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ix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CB221D3-6315-64BB-0994-9A310350F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1282" y="1768455"/>
            <a:ext cx="2268675" cy="201583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E21FEC0-BE16-4B46-6696-739A3956C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1282" y="4307031"/>
            <a:ext cx="2268675" cy="201583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9F97669-2546-AA5C-3BA3-6ECB25C5F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72299" y="1768455"/>
            <a:ext cx="2268675" cy="201583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0EFA880-FC7C-5A7B-D5ED-2E2C5BFF7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72299" y="4307031"/>
            <a:ext cx="2268675" cy="201583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F00A563-A25F-1EBD-4EEE-4C710E8EF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9113" y="1768455"/>
            <a:ext cx="2268675" cy="201583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80689EF-32EC-1547-75CA-66B971009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9113" y="4307031"/>
            <a:ext cx="2268675" cy="201583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569" y="70382"/>
            <a:ext cx="8179441" cy="881277"/>
          </a:xfrm>
        </p:spPr>
        <p:txBody>
          <a:bodyPr anchor="ctr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EAE7AC08-8ACF-8A47-6539-ABE76AAE43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671" y="1009650"/>
            <a:ext cx="8178363" cy="642938"/>
          </a:xfrm>
        </p:spPr>
        <p:txBody>
          <a:bodyPr tIns="0">
            <a:noAutofit/>
          </a:bodyPr>
          <a:lstStyle>
            <a:lvl1pPr marL="0" indent="0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80A2B642-BF0F-0152-908D-0464DA28435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98419" y="229639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9DD84C2B-121B-74A9-6362-C8FCD9883B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6697" y="3842281"/>
            <a:ext cx="2117845" cy="560223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6" name="Picture Placeholder 52">
            <a:extLst>
              <a:ext uri="{FF2B5EF4-FFF2-40B4-BE49-F238E27FC236}">
                <a16:creationId xmlns:a16="http://schemas.microsoft.com/office/drawing/2014/main" id="{3A65400F-DB0C-BEC6-A442-2D18C0552B6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98419" y="485928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43">
            <a:extLst>
              <a:ext uri="{FF2B5EF4-FFF2-40B4-BE49-F238E27FC236}">
                <a16:creationId xmlns:a16="http://schemas.microsoft.com/office/drawing/2014/main" id="{C694B856-BF94-9E12-F3B8-EBCE53FC1F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6697" y="6395668"/>
            <a:ext cx="2117845" cy="391949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4" name="Picture Placeholder 52">
            <a:extLst>
              <a:ext uri="{FF2B5EF4-FFF2-40B4-BE49-F238E27FC236}">
                <a16:creationId xmlns:a16="http://schemas.microsoft.com/office/drawing/2014/main" id="{B05003ED-97CA-ACC0-EAFF-B6BE36F44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149436" y="229639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85552608-9B21-48D9-05EC-9559CD847E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47714" y="3842281"/>
            <a:ext cx="2117845" cy="560223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7" name="Picture Placeholder 52">
            <a:extLst>
              <a:ext uri="{FF2B5EF4-FFF2-40B4-BE49-F238E27FC236}">
                <a16:creationId xmlns:a16="http://schemas.microsoft.com/office/drawing/2014/main" id="{8D142141-5EFE-AE92-887C-AF7122E3AAF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149436" y="4839013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0989C3E-1EBE-7D4C-FCBD-42592FD9F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55676" y="0"/>
            <a:ext cx="3136324" cy="7050231"/>
            <a:chOff x="9055676" y="0"/>
            <a:chExt cx="3136324" cy="7050231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F3D21E8-C54B-81FE-7C29-5B1A46C3A5AF}"/>
                </a:ext>
              </a:extLst>
            </p:cNvPr>
            <p:cNvGrpSpPr/>
            <p:nvPr/>
          </p:nvGrpSpPr>
          <p:grpSpPr>
            <a:xfrm>
              <a:off x="9055676" y="0"/>
              <a:ext cx="3136324" cy="6858000"/>
              <a:chOff x="9055676" y="0"/>
              <a:chExt cx="3136324" cy="68580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7D92700-70DD-00E1-001C-691299ECB2CE}"/>
                  </a:ext>
                </a:extLst>
              </p:cNvPr>
              <p:cNvSpPr/>
              <p:nvPr/>
            </p:nvSpPr>
            <p:spPr>
              <a:xfrm>
                <a:off x="9221932" y="0"/>
                <a:ext cx="2970068" cy="685800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41EFE4B-9FB1-5DE1-771B-86CD9CE26090}"/>
                  </a:ext>
                </a:extLst>
              </p:cNvPr>
              <p:cNvSpPr/>
              <p:nvPr/>
            </p:nvSpPr>
            <p:spPr>
              <a:xfrm>
                <a:off x="9055676" y="0"/>
                <a:ext cx="166255" cy="685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9615517-CB50-B0CD-956D-BB99470CD51D}"/>
                  </a:ext>
                </a:extLst>
              </p:cNvPr>
              <p:cNvSpPr/>
              <p:nvPr/>
            </p:nvSpPr>
            <p:spPr>
              <a:xfrm>
                <a:off x="9221932" y="0"/>
                <a:ext cx="114301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74C90E9-6EDE-D764-1FAA-1774082FF60B}"/>
                  </a:ext>
                </a:extLst>
              </p:cNvPr>
              <p:cNvSpPr/>
              <p:nvPr/>
            </p:nvSpPr>
            <p:spPr>
              <a:xfrm>
                <a:off x="9336233" y="0"/>
                <a:ext cx="150667" cy="6858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F850449-5A16-152B-1D51-38BA1FAFCC66}"/>
                  </a:ext>
                </a:extLst>
              </p:cNvPr>
              <p:cNvSpPr/>
              <p:nvPr/>
            </p:nvSpPr>
            <p:spPr>
              <a:xfrm>
                <a:off x="9336233" y="0"/>
                <a:ext cx="57150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29" name="Graphic 28" descr="Shirt">
              <a:extLst>
                <a:ext uri="{FF2B5EF4-FFF2-40B4-BE49-F238E27FC236}">
                  <a16:creationId xmlns:a16="http://schemas.microsoft.com/office/drawing/2014/main" id="{BC5B449E-18C8-C275-1DFE-E844A32CD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887424">
              <a:off x="9541289" y="4083626"/>
              <a:ext cx="1951759" cy="1951759"/>
            </a:xfrm>
            <a:prstGeom prst="rect">
              <a:avLst/>
            </a:prstGeom>
          </p:spPr>
        </p:pic>
        <p:pic>
          <p:nvPicPr>
            <p:cNvPr id="30" name="Graphic 29" descr="Glasses">
              <a:extLst>
                <a:ext uri="{FF2B5EF4-FFF2-40B4-BE49-F238E27FC236}">
                  <a16:creationId xmlns:a16="http://schemas.microsoft.com/office/drawing/2014/main" id="{51B54DB6-8A66-FB28-BE2A-B71834A79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795024">
              <a:off x="11018693" y="3451676"/>
              <a:ext cx="1034563" cy="1034563"/>
            </a:xfrm>
            <a:prstGeom prst="rect">
              <a:avLst/>
            </a:prstGeom>
          </p:spPr>
        </p:pic>
        <p:pic>
          <p:nvPicPr>
            <p:cNvPr id="31" name="Graphic 30" descr="Boot">
              <a:extLst>
                <a:ext uri="{FF2B5EF4-FFF2-40B4-BE49-F238E27FC236}">
                  <a16:creationId xmlns:a16="http://schemas.microsoft.com/office/drawing/2014/main" id="{7B73F953-B9B8-795D-40E4-2AEB8A19B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97835" y="5595504"/>
              <a:ext cx="1454727" cy="1454727"/>
            </a:xfrm>
            <a:prstGeom prst="rect">
              <a:avLst/>
            </a:prstGeom>
          </p:spPr>
        </p:pic>
      </p:grp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89CADEAF-D65D-8FD4-E1A9-B043A2E2E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7714" y="6395668"/>
            <a:ext cx="2117845" cy="391949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Picture Placeholder 52">
            <a:extLst>
              <a:ext uri="{FF2B5EF4-FFF2-40B4-BE49-F238E27FC236}">
                <a16:creationId xmlns:a16="http://schemas.microsoft.com/office/drawing/2014/main" id="{0E1FE068-5CF8-7613-0B65-6B6E32D045F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96250" y="229639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Text Placeholder 43">
            <a:extLst>
              <a:ext uri="{FF2B5EF4-FFF2-40B4-BE49-F238E27FC236}">
                <a16:creationId xmlns:a16="http://schemas.microsoft.com/office/drawing/2014/main" id="{DC3427CE-8A56-70FC-A3A0-4BD14DB8F5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4528" y="3842281"/>
            <a:ext cx="2117845" cy="560223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8" name="Picture Placeholder 52">
            <a:extLst>
              <a:ext uri="{FF2B5EF4-FFF2-40B4-BE49-F238E27FC236}">
                <a16:creationId xmlns:a16="http://schemas.microsoft.com/office/drawing/2014/main" id="{12A64211-5E0E-089E-6F73-1A27AC2862C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96250" y="4839013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43">
            <a:extLst>
              <a:ext uri="{FF2B5EF4-FFF2-40B4-BE49-F238E27FC236}">
                <a16:creationId xmlns:a16="http://schemas.microsoft.com/office/drawing/2014/main" id="{8ABDFD1A-A7F6-884E-E136-539ECF00EC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4528" y="6395668"/>
            <a:ext cx="2117845" cy="391949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9884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5676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569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EAE7AC08-8ACF-8A47-6539-ABE76AAE434E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6671" y="1209039"/>
            <a:ext cx="8178363" cy="386081"/>
          </a:xfrm>
        </p:spPr>
        <p:txBody>
          <a:bodyPr tIns="0" anchor="ctr">
            <a:noAutofit/>
          </a:bodyPr>
          <a:lstStyle>
            <a:lvl1pPr marL="0" indent="0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9" y="1608089"/>
            <a:ext cx="7216430" cy="494337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 sz="14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 sz="14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FD58403-87BD-C72A-405B-69365E022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14" r="15244"/>
          <a:stretch/>
        </p:blipFill>
        <p:spPr>
          <a:xfrm>
            <a:off x="9486900" y="2973678"/>
            <a:ext cx="2705100" cy="38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581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5676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569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EAE7AC08-8ACF-8A47-6539-ABE76AAE434E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6671" y="1209039"/>
            <a:ext cx="8178363" cy="386081"/>
          </a:xfrm>
        </p:spPr>
        <p:txBody>
          <a:bodyPr tIns="0" anchor="ctr">
            <a:noAutofit/>
          </a:bodyPr>
          <a:lstStyle>
            <a:lvl1pPr marL="0" indent="0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9" y="1608089"/>
            <a:ext cx="7216430" cy="494337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 sz="14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 sz="14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CD37FEF-9445-6BCC-841A-0673D966F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048" r="19552"/>
          <a:stretch/>
        </p:blipFill>
        <p:spPr>
          <a:xfrm>
            <a:off x="9486899" y="2591331"/>
            <a:ext cx="2705101" cy="426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1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0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437665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EAE7AC08-8ACF-8A47-6539-ABE76AAE434E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438768" y="1209039"/>
            <a:ext cx="3933013" cy="386081"/>
          </a:xfrm>
        </p:spPr>
        <p:txBody>
          <a:bodyPr tIns="0" anchor="ctr">
            <a:noAutofit/>
          </a:bodyPr>
          <a:lstStyle>
            <a:lvl1pPr marL="0" indent="0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37665" y="1608089"/>
            <a:ext cx="3933614" cy="494337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 sz="14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 sz="14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CD37FEF-9445-6BCC-841A-0673D966F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048" r="19552"/>
          <a:stretch/>
        </p:blipFill>
        <p:spPr>
          <a:xfrm>
            <a:off x="0" y="2591331"/>
            <a:ext cx="2705101" cy="4266669"/>
          </a:xfrm>
          <a:prstGeom prst="rect">
            <a:avLst/>
          </a:prstGeom>
        </p:spPr>
      </p:pic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A161B53F-A441-96B8-2517-F699FD4957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84093" y="1209039"/>
            <a:ext cx="3933013" cy="386081"/>
          </a:xfrm>
        </p:spPr>
        <p:txBody>
          <a:bodyPr tIns="0" anchor="ctr">
            <a:noAutofit/>
          </a:bodyPr>
          <a:lstStyle>
            <a:lvl1pPr marL="0" indent="0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376168A-A686-C74E-2BEA-2454CA40BE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2940" y="1608089"/>
            <a:ext cx="3933614" cy="494337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 sz="14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 sz="14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27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5676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569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8" y="1388539"/>
            <a:ext cx="8179441" cy="427058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spcBef>
                <a:spcPts val="2400"/>
              </a:spcBef>
              <a:defRPr sz="14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spcBef>
                <a:spcPts val="2400"/>
              </a:spcBef>
              <a:defRPr sz="12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218DA4-ABFB-5090-45B6-A58A756085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297" y="5872163"/>
            <a:ext cx="8179441" cy="569912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73B7EE0-028A-E52A-CBF1-C27B48169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0534" y="4155643"/>
            <a:ext cx="2798617" cy="279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6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0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407838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07836" y="1388539"/>
            <a:ext cx="3931920" cy="427058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5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spcBef>
                <a:spcPts val="2400"/>
              </a:spcBef>
              <a:defRPr sz="14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spcBef>
                <a:spcPts val="2400"/>
              </a:spcBef>
              <a:defRPr sz="12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218DA4-ABFB-5090-45B6-A58A756085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07566" y="5872163"/>
            <a:ext cx="8179441" cy="569912"/>
          </a:xfrm>
        </p:spPr>
        <p:txBody>
          <a:bodyPr anchor="ctr">
            <a:noAutofit/>
          </a:bodyPr>
          <a:lstStyle>
            <a:lvl1pPr marL="0" indent="0">
              <a:buNone/>
              <a:defRPr sz="1100">
                <a:solidFill>
                  <a:schemeClr val="accent2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73B7EE0-028A-E52A-CBF1-C27B48169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8184" y="4160982"/>
            <a:ext cx="2798617" cy="2798617"/>
          </a:xfrm>
          <a:prstGeom prst="rect">
            <a:avLst/>
          </a:prstGeom>
        </p:spPr>
      </p:pic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EAF187D7-672C-D333-D844-B39166C78D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55087" y="1388538"/>
            <a:ext cx="3931920" cy="427058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5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spcBef>
                <a:spcPts val="2400"/>
              </a:spcBef>
              <a:defRPr sz="14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spcBef>
                <a:spcPts val="2400"/>
              </a:spcBef>
              <a:defRPr sz="12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39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5676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569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8" y="1388539"/>
            <a:ext cx="8179441" cy="427058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spcBef>
                <a:spcPts val="2400"/>
              </a:spcBef>
              <a:defRPr sz="14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spcBef>
                <a:spcPts val="2400"/>
              </a:spcBef>
              <a:defRPr sz="12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8DBAE8-C7DA-C1F5-0391-B8524E20A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315" r="14689" b="1201"/>
          <a:stretch/>
        </p:blipFill>
        <p:spPr>
          <a:xfrm flipH="1">
            <a:off x="9507682" y="3014205"/>
            <a:ext cx="2684315" cy="38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24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97DD3BA4-93A7-01B1-262E-C51CA6ACA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51125">
            <a:off x="7815679" y="-83148"/>
            <a:ext cx="3005286" cy="300528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00BC3F5-39B3-1648-62F2-45C086865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631394">
            <a:off x="3790715" y="4482751"/>
            <a:ext cx="3194131" cy="319413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A951F4-AC22-7415-9F2B-28314AEB7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38607" flipH="1">
            <a:off x="-587261" y="1663257"/>
            <a:ext cx="2684499" cy="268449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4326095-3B51-C5F9-14E2-1D754BD51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1078969">
            <a:off x="1920309" y="4797205"/>
            <a:ext cx="2453456" cy="24534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A2DC491-EA74-1A63-78D5-3236C8B0D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213697">
            <a:off x="-491837" y="3688628"/>
            <a:ext cx="3245427" cy="324542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FE53462-3A3E-FD14-1012-5A19F0FD0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8889495">
            <a:off x="10171718" y="145767"/>
            <a:ext cx="1574403" cy="157440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5361A00-F2C4-8F3D-504C-2CF21C8E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520790">
            <a:off x="10917677" y="783939"/>
            <a:ext cx="1488402" cy="14884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80C5E7-B1A1-4648-89D2-17B0F1E7F5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55552" y="1717040"/>
            <a:ext cx="7680896" cy="3104855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4142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08F1-BB29-4C6F-91C9-653A730BE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4FEF9-8D09-4091-BE99-B6264EBD3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3F5E9-5DAC-4C4A-9DF5-C2B87276BCC8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F49AA-83D5-4063-9CDE-AA7763048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2B27C-3C99-4208-B425-775413C5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EC5C30-0B3A-4B13-ADDD-7C63C8AA921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AD6DC5E-041D-BC46-C97A-61F070F58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51125">
            <a:off x="8514237" y="-118161"/>
            <a:ext cx="3005286" cy="300528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E2D9652-3BE5-D545-D5CF-831649D29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889495">
            <a:off x="10171718" y="145767"/>
            <a:ext cx="1574403" cy="157440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0993118-9FA8-8C7E-9DC8-24D57E3FD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520790">
            <a:off x="10917677" y="783939"/>
            <a:ext cx="1488402" cy="148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03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A62B2-A6D1-4A6F-8B20-80606F47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3F5E9-5DAC-4C4A-9DF5-C2B87276BCC8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E4958-7A46-4331-B2D8-2C31D8FC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8548B-339B-46B2-BF01-1EE3DDC7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66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5B175-C851-453B-B2A0-9A5CFCAD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F4A2-0E4F-4E49-A0BF-BEEC72203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8AA27-3F13-4BFD-B949-21CF31910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3F5E9-5DAC-4C4A-9DF5-C2B87276BCC8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E99A2-0FED-42D4-9FBD-08CC1C3F8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468D4-5440-4CE2-BAB3-61D83F628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03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6" r:id="rId6"/>
    <p:sldLayoutId id="2147483663" r:id="rId7"/>
    <p:sldLayoutId id="2147483667" r:id="rId8"/>
    <p:sldLayoutId id="2147483664" r:id="rId9"/>
    <p:sldLayoutId id="2147483665" r:id="rId10"/>
    <p:sldLayoutId id="2147483654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5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5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5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3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Relationship Id="rId9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C7687B-630E-73B0-D12D-839A252BD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5417" y="359927"/>
            <a:ext cx="7221166" cy="2887389"/>
          </a:xfrm>
        </p:spPr>
        <p:txBody>
          <a:bodyPr/>
          <a:lstStyle/>
          <a:p>
            <a:r>
              <a:rPr lang="en-US" dirty="0"/>
              <a:t>AUTISTUDY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2D1C1E9-19F7-AE99-162C-C268D9BAC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5417" y="3368570"/>
            <a:ext cx="7221166" cy="1655762"/>
          </a:xfrm>
        </p:spPr>
        <p:txBody>
          <a:bodyPr/>
          <a:lstStyle/>
          <a:p>
            <a:r>
              <a:rPr lang="en-US" dirty="0"/>
              <a:t>AI-Powered Adaptive Learning Platform for Students with Autism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778086-8B6A-8961-AFB6-B4D2C0845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579677" y="3278339"/>
            <a:ext cx="49149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851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F02E6-2FE1-D980-F1BC-58FBB19E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A003D-1266-0AC9-252E-03828236B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MEET OUR 6-MEMBER PROJECT TEAM.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B601A-2346-1B25-5CBC-A81311122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569" y="3842281"/>
            <a:ext cx="2198973" cy="560223"/>
          </a:xfrm>
        </p:spPr>
        <p:txBody>
          <a:bodyPr/>
          <a:lstStyle/>
          <a:p>
            <a:r>
              <a:rPr lang="en-US" dirty="0"/>
              <a:t>DR. SHAISTA HABIB</a:t>
            </a: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45987B2C-B483-28DE-7154-D99482947A9E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l="21330" r="21330"/>
          <a:stretch/>
        </p:blipFill>
        <p:spPr>
          <a:xfrm>
            <a:off x="795978" y="4525702"/>
            <a:ext cx="1719279" cy="1585731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DA407C-DD30-6894-FB53-3964A692B4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ZOHA KHALID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1484B5D-C4B4-7162-BB16-C3D9A734E1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DR. RIMSHA ANAM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7AB806C5-11D4-CAD5-CCE0-97E2C7920D8D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/>
          <a:srcRect t="12500" b="12500"/>
          <a:stretch>
            <a:fillRect/>
          </a:stretch>
        </p:blipFill>
        <p:spPr>
          <a:xfrm>
            <a:off x="3727047" y="4525702"/>
            <a:ext cx="1719279" cy="1585732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B2B7957-9397-0486-4C28-0B8F9181D6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93714" y="6395668"/>
            <a:ext cx="2548286" cy="391949"/>
          </a:xfrm>
        </p:spPr>
        <p:txBody>
          <a:bodyPr/>
          <a:lstStyle/>
          <a:p>
            <a:r>
              <a:rPr lang="en-US" dirty="0"/>
              <a:t>TEHREEM GHULAM NABI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AEF33EE2-A458-6D64-9FAB-23BCE808EF0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5"/>
          <a:srcRect t="12500" b="12500"/>
          <a:stretch>
            <a:fillRect/>
          </a:stretch>
        </p:blipFill>
        <p:spPr>
          <a:xfrm>
            <a:off x="6694028" y="1964592"/>
            <a:ext cx="1778640" cy="1565686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6E8E82F-5B35-171B-F1BB-25417E35FB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ALIZA ALI</a:t>
            </a: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319A506E-AA31-3492-0460-234CA9F951E6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6"/>
          <a:srcRect l="12984" t="28989" r="17118" b="23959"/>
          <a:stretch>
            <a:fillRect/>
          </a:stretch>
        </p:blipFill>
        <p:spPr>
          <a:xfrm>
            <a:off x="6649217" y="4525703"/>
            <a:ext cx="1823451" cy="1585730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5383E06-CF24-5AE5-2797-D063EB2AB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TAYYABA SIKANDAR</a:t>
            </a:r>
          </a:p>
        </p:txBody>
      </p:sp>
      <p:pic>
        <p:nvPicPr>
          <p:cNvPr id="1026" name="Picture 2" descr="Dr Shaista Habib - School of Systems and Technology">
            <a:extLst>
              <a:ext uri="{FF2B5EF4-FFF2-40B4-BE49-F238E27FC236}">
                <a16:creationId xmlns:a16="http://schemas.microsoft.com/office/drawing/2014/main" id="{9AA1DDE7-8341-27A4-CCBE-6DA5C174D4DF}"/>
              </a:ext>
            </a:extLst>
          </p:cNvPr>
          <p:cNvPicPr>
            <a:picLocks noGrp="1" noChangeAspect="1" noChangeArrowheads="1"/>
          </p:cNvPicPr>
          <p:nvPr>
            <p:ph type="pic" sz="quarter" idx="17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178" y="1964591"/>
            <a:ext cx="1608881" cy="1565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imsha ANAM | COMSATS University Islamabad, Islamabad | CUI | Department of  Computer Science | Research profile">
            <a:extLst>
              <a:ext uri="{FF2B5EF4-FFF2-40B4-BE49-F238E27FC236}">
                <a16:creationId xmlns:a16="http://schemas.microsoft.com/office/drawing/2014/main" id="{AEE4F6AB-F8E2-9E9E-D530-8C9D1791CA65}"/>
              </a:ext>
            </a:extLst>
          </p:cNvPr>
          <p:cNvPicPr>
            <a:picLocks noGrp="1" noChangeAspect="1" noChangeArrowheads="1"/>
          </p:cNvPicPr>
          <p:nvPr>
            <p:ph type="pic" sz="quarter" idx="18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047" y="1964592"/>
            <a:ext cx="1770927" cy="1565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48412DF-DCB2-DDCA-49F0-310BE126A1FD}"/>
              </a:ext>
            </a:extLst>
          </p:cNvPr>
          <p:cNvSpPr txBox="1"/>
          <p:nvPr/>
        </p:nvSpPr>
        <p:spPr>
          <a:xfrm>
            <a:off x="9523978" y="152074"/>
            <a:ext cx="26680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SUPERVISOR: </a:t>
            </a:r>
            <a:r>
              <a:rPr lang="en-US" dirty="0">
                <a:solidFill>
                  <a:schemeClr val="bg1"/>
                </a:solidFill>
              </a:rPr>
              <a:t>Dr. Shaista Habib</a:t>
            </a:r>
          </a:p>
          <a:p>
            <a:r>
              <a:rPr lang="en-US" b="1" dirty="0">
                <a:solidFill>
                  <a:schemeClr val="bg1"/>
                </a:solidFill>
              </a:rPr>
              <a:t>CO. ADVISOR: </a:t>
            </a:r>
            <a:r>
              <a:rPr lang="en-US" dirty="0">
                <a:solidFill>
                  <a:schemeClr val="bg1"/>
                </a:solidFill>
              </a:rPr>
              <a:t>Dr. Rimsha Anam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STUDENTS: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Zoha Khalid (f2022332007)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Aliza Ali (F2022332030)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Tehreem Ghulam Nabi (f2022332020)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Tayyaba Sikandar (f2022332012)</a:t>
            </a:r>
          </a:p>
        </p:txBody>
      </p:sp>
    </p:spTree>
    <p:extLst>
      <p:ext uri="{BB962C8B-B14F-4D97-AF65-F5344CB8AC3E}">
        <p14:creationId xmlns:p14="http://schemas.microsoft.com/office/powerpoint/2010/main" val="1450217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432E5-B9F0-BBB7-DCD8-3BB592E3F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EF7FC-638D-C09C-18A2-91C6FC31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Real Problem - Retriever Failure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B57569-E2F2-3607-C662-C4F8A6665655}"/>
              </a:ext>
            </a:extLst>
          </p:cNvPr>
          <p:cNvSpPr txBox="1"/>
          <p:nvPr/>
        </p:nvSpPr>
        <p:spPr>
          <a:xfrm>
            <a:off x="3437665" y="1240378"/>
            <a:ext cx="832657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Why Traditional RAG Failed</a:t>
            </a:r>
          </a:p>
          <a:p>
            <a:r>
              <a:rPr lang="en-US" sz="2000" dirty="0"/>
              <a:t>Student asks: "How to add fractions with different denominators?"</a:t>
            </a:r>
          </a:p>
          <a:p>
            <a:endParaRPr lang="en-US" dirty="0"/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D739D8C8-75D4-1BFA-5C1E-20B20D33AD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7858685"/>
              </p:ext>
            </p:extLst>
          </p:nvPr>
        </p:nvGraphicFramePr>
        <p:xfrm>
          <a:off x="3403643" y="143933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7286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3BBE9-DC16-0D0D-F8A9-EA323A991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1F0E2-602D-7227-AD47-283A937B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69" y="111760"/>
            <a:ext cx="8179441" cy="1073579"/>
          </a:xfrm>
        </p:spPr>
        <p:txBody>
          <a:bodyPr>
            <a:normAutofit fontScale="90000"/>
          </a:bodyPr>
          <a:lstStyle/>
          <a:p>
            <a:r>
              <a:rPr lang="en-US" dirty="0"/>
              <a:t>The Real Problem - Retriever Failure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A1947-3E7C-6D93-EB5B-6E5ACD556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6671" y="1209039"/>
            <a:ext cx="8178363" cy="386081"/>
          </a:xfrm>
        </p:spPr>
        <p:txBody>
          <a:bodyPr/>
          <a:lstStyle/>
          <a:p>
            <a:r>
              <a:rPr lang="en-US" dirty="0"/>
              <a:t>The retriever couldn't find the RIGHT content because: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036894E8-C6F8-4D39-74B1-30948D9E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020449030"/>
              </p:ext>
            </p:extLst>
          </p:nvPr>
        </p:nvGraphicFramePr>
        <p:xfrm>
          <a:off x="515938" y="1803400"/>
          <a:ext cx="7216775" cy="4748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1791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EAE39-2452-037A-B6F5-31E3D99D6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Breakthrough - </a:t>
            </a:r>
            <a:r>
              <a:rPr lang="en-US" b="1" dirty="0" err="1"/>
              <a:t>LlamaParse</a:t>
            </a:r>
            <a:r>
              <a:rPr lang="en-US" b="1" dirty="0"/>
              <a:t> to Markdown</a:t>
            </a:r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8A67DF1-3FF5-A5EE-04E7-E1BD69D94D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5266834"/>
              </p:ext>
            </p:extLst>
          </p:nvPr>
        </p:nvGraphicFramePr>
        <p:xfrm>
          <a:off x="515569" y="1295400"/>
          <a:ext cx="8128000" cy="5450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74353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2B69-8B6F-670F-B838-3538B7BE7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Chunking with Metadata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3DB6B-0213-C77A-284B-FCBC7CFA96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37664" y="1283247"/>
            <a:ext cx="4753234" cy="657860"/>
          </a:xfrm>
        </p:spPr>
        <p:txBody>
          <a:bodyPr/>
          <a:lstStyle/>
          <a:p>
            <a:r>
              <a:rPr lang="en-US" sz="2000" dirty="0"/>
              <a:t>From Dumb Chunks to Intelligent Blocks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A278FC9-2969-4F70-1CAA-475AF793A7DC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374078072"/>
              </p:ext>
            </p:extLst>
          </p:nvPr>
        </p:nvGraphicFramePr>
        <p:xfrm>
          <a:off x="3437664" y="1941107"/>
          <a:ext cx="5223735" cy="4602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45">
                  <a:extLst>
                    <a:ext uri="{9D8B030D-6E8A-4147-A177-3AD203B41FA5}">
                      <a16:colId xmlns:a16="http://schemas.microsoft.com/office/drawing/2014/main" val="3295194944"/>
                    </a:ext>
                  </a:extLst>
                </a:gridCol>
                <a:gridCol w="1741245">
                  <a:extLst>
                    <a:ext uri="{9D8B030D-6E8A-4147-A177-3AD203B41FA5}">
                      <a16:colId xmlns:a16="http://schemas.microsoft.com/office/drawing/2014/main" val="3922126135"/>
                    </a:ext>
                  </a:extLst>
                </a:gridCol>
                <a:gridCol w="1741245">
                  <a:extLst>
                    <a:ext uri="{9D8B030D-6E8A-4147-A177-3AD203B41FA5}">
                      <a16:colId xmlns:a16="http://schemas.microsoft.com/office/drawing/2014/main" val="840134636"/>
                    </a:ext>
                  </a:extLst>
                </a:gridCol>
              </a:tblGrid>
              <a:tr h="6115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TRADITIONAL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OUR APPROACH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9049704"/>
                  </a:ext>
                </a:extLst>
              </a:tr>
              <a:tr h="6115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Chunk Size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Fixed 512 tokens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Semantic boundaries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7743553"/>
                  </a:ext>
                </a:extLst>
              </a:tr>
              <a:tr h="6115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Structure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Chapter → Section → Block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3624730"/>
                  </a:ext>
                </a:extLst>
              </a:tr>
              <a:tr h="6115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Metadata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filename only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chapter, section, page, block_type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5614151"/>
                  </a:ext>
                </a:extLst>
              </a:tr>
              <a:tr h="12446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Block Types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DEFINITION, PROCEDURE, EXAMPLE, PRACTICE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7186221"/>
                  </a:ext>
                </a:extLst>
              </a:tr>
              <a:tr h="4513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Overlap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Context-aware overlap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1449850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35C60B-71DF-C33D-8465-EDA568E18B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46346" y="2914566"/>
            <a:ext cx="3018654" cy="313682"/>
          </a:xfrm>
        </p:spPr>
        <p:txBody>
          <a:bodyPr/>
          <a:lstStyle/>
          <a:p>
            <a:r>
              <a:rPr lang="en-US" sz="2000" b="1" dirty="0"/>
              <a:t>Block Type Weighting System: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912150-8AD4-516C-5CC7-D8CE887F01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51900" y="3429000"/>
            <a:ext cx="3213100" cy="4481368"/>
          </a:xfrm>
        </p:spPr>
        <p:txBody>
          <a:bodyPr/>
          <a:lstStyle/>
          <a:p>
            <a:r>
              <a:rPr lang="en-US" dirty="0"/>
              <a:t>DEFINITION: 1.3 (Boost definitions)</a:t>
            </a:r>
          </a:p>
          <a:p>
            <a:r>
              <a:rPr lang="en-US" dirty="0"/>
              <a:t>PROCEDURE: 1.2 (Boost how-to content)</a:t>
            </a:r>
          </a:p>
          <a:p>
            <a:r>
              <a:rPr lang="en-US" dirty="0"/>
              <a:t>EXPLANATION: 1.1 (Boost explanations)</a:t>
            </a:r>
          </a:p>
          <a:p>
            <a:r>
              <a:rPr lang="en-US" dirty="0"/>
              <a:t>BODY: 1.0 (Normal)</a:t>
            </a:r>
          </a:p>
          <a:p>
            <a:r>
              <a:rPr lang="en-US" dirty="0"/>
              <a:t>WEBLINKS: 0.3 (Demote irrelevant)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954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AAF6F-F7B8-48E0-C109-26A3BDF3A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999FF-5A2A-3AAB-8721-2AC10999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Hybrid Retrieval - The Game Changer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E6AFB7F-4695-C2A0-5003-3833444B53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7180829"/>
              </p:ext>
            </p:extLst>
          </p:nvPr>
        </p:nvGraphicFramePr>
        <p:xfrm>
          <a:off x="383439" y="1185339"/>
          <a:ext cx="8128000" cy="532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729DBD-AC03-33BA-CEAC-3AD05545B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367508"/>
              </p:ext>
            </p:extLst>
          </p:nvPr>
        </p:nvGraphicFramePr>
        <p:xfrm>
          <a:off x="383439" y="1945640"/>
          <a:ext cx="8127999" cy="14833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5435311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190468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57086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Query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Dense Search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BM25 Search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16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"What is addition?"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✅ Good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❌ Misses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697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"Exercise 2.3"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❌ Fails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✅ Exact match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404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"How to solve sum?"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⚠️ OK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⚠️ OK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1826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08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D1785-9315-AA31-BF76-B9EE4AE6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Cross-Encoder Reranking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B878DF-92F3-3182-F657-15D01D21E57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8" y="1388539"/>
            <a:ext cx="8179441" cy="51773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The Final Quality Filter</a:t>
            </a:r>
          </a:p>
          <a:p>
            <a:r>
              <a:rPr lang="en-US" sz="1800" dirty="0"/>
              <a:t>Problem: Initial retrieval returns ~40 candidates</a:t>
            </a:r>
          </a:p>
          <a:p>
            <a:r>
              <a:rPr lang="en-US" sz="1800" dirty="0"/>
              <a:t>Need: Select the TOP 6 most relevant</a:t>
            </a:r>
          </a:p>
          <a:p>
            <a:pPr marL="0" indent="0">
              <a:buNone/>
            </a:pPr>
            <a:r>
              <a:rPr lang="en-US" sz="2000" b="1" dirty="0"/>
              <a:t>Traditional Approach:</a:t>
            </a:r>
          </a:p>
          <a:p>
            <a:pPr lvl="0"/>
            <a:r>
              <a:rPr lang="en-US" sz="1800" dirty="0"/>
              <a:t>Use embedding similarity score</a:t>
            </a:r>
          </a:p>
          <a:p>
            <a:pPr lvl="0"/>
            <a:r>
              <a:rPr lang="en-US" sz="1800" dirty="0"/>
              <a:t>Fast but not accurate</a:t>
            </a:r>
            <a:endParaRPr lang="en-US" sz="1800" b="1" dirty="0"/>
          </a:p>
          <a:p>
            <a:pPr marL="0" indent="0">
              <a:buNone/>
            </a:pPr>
            <a:r>
              <a:rPr lang="en-US" sz="2000" b="1" dirty="0"/>
              <a:t>Our Cross-Encoder Approach:</a:t>
            </a:r>
          </a:p>
          <a:p>
            <a:pPr lvl="0"/>
            <a:r>
              <a:rPr lang="en-US" sz="1800" dirty="0"/>
              <a:t>Neural model scores (query, document) pairs</a:t>
            </a:r>
          </a:p>
          <a:p>
            <a:pPr lvl="0"/>
            <a:r>
              <a:rPr lang="en-US" sz="1800" dirty="0"/>
              <a:t>Much more accurate than embeddings</a:t>
            </a:r>
          </a:p>
          <a:p>
            <a:pPr lvl="0"/>
            <a:r>
              <a:rPr lang="en-US" sz="1800" dirty="0"/>
              <a:t>Model: ms-marco-MiniLM-L-6-v2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66741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E436-3F1D-66A4-C2F1-BA7C62080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Cross-Encoder Reranking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20761-8CE2-A87A-CE43-41306373FA1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Query: "How to multiply fractions?"</a:t>
            </a:r>
          </a:p>
          <a:p>
            <a:pPr marL="0" indent="0">
              <a:buNone/>
            </a:pPr>
            <a:r>
              <a:rPr lang="en-US" sz="2400" dirty="0"/>
              <a:t> </a:t>
            </a:r>
          </a:p>
          <a:p>
            <a:pPr marL="0" indent="0">
              <a:buNone/>
            </a:pPr>
            <a:r>
              <a:rPr lang="en-US" sz="2400" dirty="0"/>
              <a:t>Before Reranking:</a:t>
            </a:r>
          </a:p>
          <a:p>
            <a:pPr marL="0" indent="0">
              <a:buNone/>
            </a:pPr>
            <a:r>
              <a:rPr lang="en-US" sz="2400" dirty="0"/>
              <a:t>1. "Fractions are parts..." (0.72) ← Wrong!</a:t>
            </a:r>
          </a:p>
          <a:p>
            <a:pPr marL="0" indent="0">
              <a:buNone/>
            </a:pPr>
            <a:r>
              <a:rPr lang="en-US" sz="2400" dirty="0"/>
              <a:t>2. "To multiply fractions, multiply numerators..." (0.68)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After Reranking:</a:t>
            </a:r>
          </a:p>
          <a:p>
            <a:pPr marL="0" indent="0">
              <a:buNone/>
            </a:pPr>
            <a:r>
              <a:rPr lang="en-US" sz="2400" dirty="0"/>
              <a:t>1. "To multiply fractions, multiply numerators..." (0.91) ✅</a:t>
            </a:r>
          </a:p>
          <a:p>
            <a:pPr marL="0" indent="0">
              <a:buNone/>
            </a:pPr>
            <a:r>
              <a:rPr lang="en-US" sz="2400" dirty="0"/>
              <a:t>2. "Fractions are parts..." (0.34)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785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1B5D6-376C-9A2F-0B06-734D3CA5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Intent Detection - Understanding the Question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79BE1B7-26F7-31C6-D9DA-351BD4555654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490926175"/>
              </p:ext>
            </p:extLst>
          </p:nvPr>
        </p:nvGraphicFramePr>
        <p:xfrm>
          <a:off x="630240" y="1794062"/>
          <a:ext cx="817879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6266">
                  <a:extLst>
                    <a:ext uri="{9D8B030D-6E8A-4147-A177-3AD203B41FA5}">
                      <a16:colId xmlns:a16="http://schemas.microsoft.com/office/drawing/2014/main" val="436903111"/>
                    </a:ext>
                  </a:extLst>
                </a:gridCol>
                <a:gridCol w="2726266">
                  <a:extLst>
                    <a:ext uri="{9D8B030D-6E8A-4147-A177-3AD203B41FA5}">
                      <a16:colId xmlns:a16="http://schemas.microsoft.com/office/drawing/2014/main" val="2133707208"/>
                    </a:ext>
                  </a:extLst>
                </a:gridCol>
                <a:gridCol w="2726266">
                  <a:extLst>
                    <a:ext uri="{9D8B030D-6E8A-4147-A177-3AD203B41FA5}">
                      <a16:colId xmlns:a16="http://schemas.microsoft.com/office/drawing/2014/main" val="8180233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INTENT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BEST BLOCK TYPES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9921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DEFINITION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"What is a fraction?"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GLOSSARY, DEFINITION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02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PROBLEM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"Solve 2/3 + 1/4"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PRACTICE, QUESTION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3076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"Show me an example"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EXAMPLE, EXPLANATION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0701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PROCEDURE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"How to add fractions?"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PROCEDURE, RULE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8221795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1930D-74CD-05B8-F802-62F5D1C351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296" y="4691585"/>
            <a:ext cx="8179441" cy="1616075"/>
          </a:xfrm>
        </p:spPr>
        <p:txBody>
          <a:bodyPr/>
          <a:lstStyle/>
          <a:p>
            <a:r>
              <a:rPr lang="en-US" sz="2000" dirty="0"/>
              <a:t>if "solve" or "calculate" in query: return "PROBLEM"</a:t>
            </a:r>
          </a:p>
          <a:p>
            <a:r>
              <a:rPr lang="en-US" sz="2000" dirty="0"/>
              <a:t>if "example" or "show" in query: return "EXAMPLE"</a:t>
            </a:r>
          </a:p>
          <a:p>
            <a:r>
              <a:rPr lang="en-US" sz="2000" dirty="0"/>
              <a:t>if "what is" or "define" in query: return "DEFINITION"</a:t>
            </a:r>
          </a:p>
          <a:p>
            <a:r>
              <a:rPr lang="en-US" sz="2000" dirty="0"/>
              <a:t>else: return "EXPLAIN"</a:t>
            </a:r>
          </a:p>
          <a:p>
            <a:r>
              <a:rPr lang="en-US" dirty="0"/>
              <a:t> </a:t>
            </a:r>
          </a:p>
          <a:p>
            <a:r>
              <a:rPr lang="en-US" sz="2000" b="1" dirty="0"/>
              <a:t>Result: Right content type for right question!</a:t>
            </a:r>
            <a:endParaRPr lang="en-US" sz="20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47568A1-C6DB-1AA6-71C7-9F0A75683CBE}"/>
              </a:ext>
            </a:extLst>
          </p:cNvPr>
          <p:cNvSpPr txBox="1">
            <a:spLocks/>
          </p:cNvSpPr>
          <p:nvPr/>
        </p:nvSpPr>
        <p:spPr>
          <a:xfrm>
            <a:off x="515296" y="1269417"/>
            <a:ext cx="8178363" cy="3860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Different Questions Need Different Content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301343D-57BC-46AB-E9FA-32BF4E53EF06}"/>
              </a:ext>
            </a:extLst>
          </p:cNvPr>
          <p:cNvSpPr txBox="1">
            <a:spLocks/>
          </p:cNvSpPr>
          <p:nvPr/>
        </p:nvSpPr>
        <p:spPr>
          <a:xfrm>
            <a:off x="515296" y="3870904"/>
            <a:ext cx="8178363" cy="3860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Our Intent Detection:</a:t>
            </a:r>
          </a:p>
        </p:txBody>
      </p:sp>
    </p:spTree>
    <p:extLst>
      <p:ext uri="{BB962C8B-B14F-4D97-AF65-F5344CB8AC3E}">
        <p14:creationId xmlns:p14="http://schemas.microsoft.com/office/powerpoint/2010/main" val="2689327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93A0-5695-6451-4950-61B9ECFD3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Science &amp; Computer - Enhanced RAG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2E24C-CE6B-504B-7983-C1707590DB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8" y="1282700"/>
            <a:ext cx="8399831" cy="546354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"What" Questions - Factual Retrieval Done Right</a:t>
            </a:r>
          </a:p>
          <a:p>
            <a:pPr marL="0" indent="0">
              <a:buNone/>
            </a:pPr>
            <a:r>
              <a:rPr lang="en-US" sz="2800" dirty="0"/>
              <a:t>Traditional RAG: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Enhanced RAG: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8589F0E-25BC-D2DF-3977-219DDBCD49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4565642"/>
              </p:ext>
            </p:extLst>
          </p:nvPr>
        </p:nvGraphicFramePr>
        <p:xfrm>
          <a:off x="567010" y="2167473"/>
          <a:ext cx="8128000" cy="13504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C986AAF-F4E5-DFBF-AF97-2FE9936AF4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8186175"/>
              </p:ext>
            </p:extLst>
          </p:nvPr>
        </p:nvGraphicFramePr>
        <p:xfrm>
          <a:off x="515567" y="4089398"/>
          <a:ext cx="8399831" cy="2847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319201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5548-B2FB-A117-C7E5-6016C0A4C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68" y="238760"/>
            <a:ext cx="8179441" cy="1073579"/>
          </a:xfrm>
        </p:spPr>
        <p:txBody>
          <a:bodyPr>
            <a:normAutofit fontScale="90000"/>
          </a:bodyPr>
          <a:lstStyle/>
          <a:p>
            <a:r>
              <a:rPr lang="en-US" dirty="0"/>
              <a:t>Science &amp; Computer - Enhanced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EA35A-26DA-2F43-C1E7-FD87BEC74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8" y="1515539"/>
            <a:ext cx="8179441" cy="49741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/>
              <a:t>Enhancements Applied:</a:t>
            </a:r>
          </a:p>
          <a:p>
            <a:pPr marL="0" lvl="0" indent="0">
              <a:buNone/>
            </a:pPr>
            <a:r>
              <a:rPr lang="en-US" sz="2300" dirty="0"/>
              <a:t>✅ Hybrid retrieval (Dense + BM25)</a:t>
            </a:r>
          </a:p>
          <a:p>
            <a:pPr marL="0" lvl="0" indent="0">
              <a:buNone/>
            </a:pPr>
            <a:r>
              <a:rPr lang="en-US" sz="2300" dirty="0"/>
              <a:t>✅ Reciprocal Rank Fusion (RRF)</a:t>
            </a:r>
          </a:p>
          <a:p>
            <a:pPr marL="0" lvl="0" indent="0">
              <a:buNone/>
            </a:pPr>
            <a:r>
              <a:rPr lang="en-US" sz="2300" dirty="0"/>
              <a:t>✅ Keyword gating (filters irrelevant)</a:t>
            </a:r>
          </a:p>
          <a:p>
            <a:pPr marL="0" lvl="0" indent="0">
              <a:buNone/>
            </a:pPr>
            <a:r>
              <a:rPr lang="en-US" sz="2300" dirty="0"/>
              <a:t>✅ Block type weighting</a:t>
            </a:r>
          </a:p>
          <a:p>
            <a:pPr marL="0" lvl="0" indent="0">
              <a:buNone/>
            </a:pPr>
            <a:r>
              <a:rPr lang="en-US" sz="2300" dirty="0"/>
              <a:t>✅ Subject-specific intent detection</a:t>
            </a:r>
          </a:p>
          <a:p>
            <a:pPr marL="0" lvl="0" indent="0">
              <a:buNone/>
            </a:pPr>
            <a:r>
              <a:rPr lang="en-US" sz="2300" dirty="0"/>
              <a:t>✅ Relevance scoring &amp; validation</a:t>
            </a:r>
          </a:p>
          <a:p>
            <a:pPr marL="0" indent="0">
              <a:buNone/>
            </a:pPr>
            <a:r>
              <a:rPr lang="en-US" sz="2300" dirty="0"/>
              <a:t> </a:t>
            </a:r>
          </a:p>
          <a:p>
            <a:pPr marL="0" indent="0">
              <a:buNone/>
            </a:pPr>
            <a:r>
              <a:rPr lang="en-US" sz="2300" b="1" dirty="0"/>
              <a:t>Improvement: 45% → 88% accuracy</a:t>
            </a:r>
            <a:endParaRPr lang="en-US" sz="23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22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FFD8A-34B5-63E9-0A6C-EE8807B7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Mathematics - RAG to RAT (Revolutionary)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E6B3B-AE10-D6C8-09FD-834BE1D29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The "How" Problem</a:t>
            </a:r>
          </a:p>
          <a:p>
            <a:pPr marL="0" indent="0">
              <a:buNone/>
            </a:pPr>
            <a:r>
              <a:rPr lang="en-US" dirty="0"/>
              <a:t>Traditional RAG answers "What" questions:</a:t>
            </a:r>
          </a:p>
          <a:p>
            <a:pPr marL="0" indent="0">
              <a:buNone/>
            </a:pPr>
            <a:r>
              <a:rPr lang="en-US" dirty="0"/>
              <a:t>"What is addition?" → ✅ "Addition is combining numbers"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But fails at "How" questions:</a:t>
            </a:r>
          </a:p>
          <a:p>
            <a:pPr marL="0" indent="0">
              <a:buNone/>
            </a:pPr>
            <a:r>
              <a:rPr lang="en-US" dirty="0"/>
              <a:t>"How do I add 24 + 38?" → ❌ "Addition is combining..." (useless!)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RAT = Think first, then retrieve, then verify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55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48B74-0E03-E5A8-A23E-4644EE8FB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67" y="176101"/>
            <a:ext cx="8179441" cy="1073579"/>
          </a:xfrm>
        </p:spPr>
        <p:txBody>
          <a:bodyPr>
            <a:normAutofit fontScale="90000"/>
          </a:bodyPr>
          <a:lstStyle/>
          <a:p>
            <a:r>
              <a:rPr lang="en-US" dirty="0"/>
              <a:t>Mathematics - RAG to RAT (Revolutionary)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B0398-1CE3-6D2B-DCA3-661283DC6AD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7" y="1502839"/>
            <a:ext cx="8179441" cy="51790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chemeClr val="accent5">
                    <a:lumMod val="75000"/>
                  </a:schemeClr>
                </a:solidFill>
              </a:rPr>
              <a:t>RAT: Retrieval-Augmented Thinking</a:t>
            </a:r>
          </a:p>
          <a:p>
            <a:pPr marL="0" indent="0">
              <a:buNone/>
            </a:pPr>
            <a:r>
              <a:rPr lang="en-US" sz="2400" dirty="0"/>
              <a:t>Student: "How to add 24 + 38?"</a:t>
            </a:r>
          </a:p>
          <a:p>
            <a:r>
              <a:rPr lang="en-US" sz="2400" dirty="0"/>
              <a:t> </a:t>
            </a:r>
            <a:r>
              <a:rPr lang="en-US" sz="2400" b="1" dirty="0"/>
              <a:t>Step 1: </a:t>
            </a:r>
            <a:r>
              <a:rPr lang="en-US" sz="2400" dirty="0"/>
              <a:t>Generate Chain-of-Thought (before retrieval)</a:t>
            </a:r>
          </a:p>
          <a:p>
            <a:pPr marL="0" indent="0">
              <a:buNone/>
            </a:pPr>
            <a:r>
              <a:rPr lang="en-US" sz="2400" dirty="0"/>
              <a:t>	→ "Need to add ones: 4+8, then tens: 2+3, carry if needed“</a:t>
            </a:r>
          </a:p>
          <a:p>
            <a:r>
              <a:rPr lang="en-US" sz="2400" b="1" dirty="0"/>
              <a:t>Step 2: </a:t>
            </a:r>
            <a:r>
              <a:rPr lang="en-US" sz="2400" dirty="0"/>
              <a:t>Use EACH thought as retrieval query</a:t>
            </a:r>
          </a:p>
          <a:p>
            <a:pPr marL="0" indent="0">
              <a:buNone/>
            </a:pPr>
            <a:r>
              <a:rPr lang="en-US" sz="2400" dirty="0"/>
              <a:t>	→ Query 1: "adding ones place"</a:t>
            </a:r>
          </a:p>
          <a:p>
            <a:pPr marL="0" indent="0">
              <a:buNone/>
            </a:pPr>
            <a:r>
              <a:rPr lang="en-US" sz="2400" dirty="0"/>
              <a:t>	→ Query 2: "carrying in addition"</a:t>
            </a:r>
          </a:p>
          <a:p>
            <a:pPr marL="0" indent="0">
              <a:buNone/>
            </a:pPr>
            <a:r>
              <a:rPr lang="en-US" sz="2400" dirty="0"/>
              <a:t>	→ Query 3: "adding tens place"</a:t>
            </a:r>
          </a:p>
          <a:p>
            <a:r>
              <a:rPr lang="en-US" sz="2400" b="1" dirty="0"/>
              <a:t> Step 3: </a:t>
            </a:r>
            <a:r>
              <a:rPr lang="en-US" sz="2400" dirty="0"/>
              <a:t>Verify each step against textbook</a:t>
            </a:r>
          </a:p>
          <a:p>
            <a:r>
              <a:rPr lang="en-US" sz="2400" b="1" dirty="0"/>
              <a:t>Step 4: </a:t>
            </a:r>
            <a:r>
              <a:rPr lang="en-US" sz="2400" dirty="0"/>
              <a:t>Generate verified, step-by-step answer</a:t>
            </a:r>
          </a:p>
          <a:p>
            <a:pPr marL="0" indent="0">
              <a:buNone/>
            </a:pP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8682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B17B4-3936-D846-3C51-99B816EEF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69" y="89087"/>
            <a:ext cx="8141556" cy="1591655"/>
          </a:xfrm>
        </p:spPr>
        <p:txBody>
          <a:bodyPr/>
          <a:lstStyle/>
          <a:p>
            <a:r>
              <a:rPr lang="en-US" dirty="0"/>
              <a:t>Image Generation - RAT 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21A03-D008-4BA4-ACC7-3E4A42E07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69" y="1825625"/>
            <a:ext cx="8141556" cy="435133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Visual Learning for Mathematics</a:t>
            </a:r>
          </a:p>
          <a:p>
            <a:pPr marL="0" indent="0">
              <a:buNone/>
            </a:pPr>
            <a:r>
              <a:rPr lang="en-US" dirty="0"/>
              <a:t>The Problem: Text alone doesn't explain "How"</a:t>
            </a:r>
          </a:p>
          <a:p>
            <a:pPr marL="0" indent="0">
              <a:buNone/>
            </a:pPr>
            <a:r>
              <a:rPr lang="en-US" dirty="0"/>
              <a:t>The Solution: generate visual explanations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Student: "What is 2+4?"</a:t>
            </a:r>
          </a:p>
          <a:p>
            <a:pPr marL="0" indent="0">
              <a:buNone/>
            </a:pPr>
            <a:r>
              <a:rPr lang="en-US" dirty="0"/>
              <a:t>AI: "2+4 equals 6!"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Student: "How?"</a:t>
            </a:r>
          </a:p>
          <a:p>
            <a:pPr marL="0" indent="0">
              <a:buNone/>
            </a:pPr>
            <a:r>
              <a:rPr lang="en-US" dirty="0"/>
              <a:t>AI: [Generates image showing 2 apples + 4 apples = 6 apples]</a:t>
            </a:r>
          </a:p>
          <a:p>
            <a:pPr marL="0" indent="0">
              <a:buNone/>
            </a:pPr>
            <a:r>
              <a:rPr lang="en-US" dirty="0"/>
              <a:t>"Look! 2 apples plus 4 apples gives us 6 apples total!"</a:t>
            </a:r>
          </a:p>
        </p:txBody>
      </p:sp>
    </p:spTree>
    <p:extLst>
      <p:ext uri="{BB962C8B-B14F-4D97-AF65-F5344CB8AC3E}">
        <p14:creationId xmlns:p14="http://schemas.microsoft.com/office/powerpoint/2010/main" val="1749888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909D7-E9D5-8DCF-ADF6-31D9B5FDD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44D8-9568-A340-0051-2FC87159B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69" y="89087"/>
            <a:ext cx="8141556" cy="1591655"/>
          </a:xfrm>
        </p:spPr>
        <p:txBody>
          <a:bodyPr/>
          <a:lstStyle/>
          <a:p>
            <a:r>
              <a:rPr lang="en-US" dirty="0"/>
              <a:t>Image Generation - RAT 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83608-2577-7E79-F075-277357727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69" y="1825625"/>
            <a:ext cx="8141556" cy="4351338"/>
          </a:xfrm>
        </p:spPr>
        <p:txBody>
          <a:bodyPr>
            <a:normAutofit/>
          </a:bodyPr>
          <a:lstStyle/>
          <a:p>
            <a:r>
              <a:rPr lang="en-US" b="1" dirty="0"/>
              <a:t>How It Works:</a:t>
            </a:r>
          </a:p>
          <a:p>
            <a:pPr marL="0" indent="0">
              <a:buNone/>
            </a:pPr>
            <a:r>
              <a:rPr lang="en-US" dirty="0"/>
              <a:t>1. Detect "how" pattern in question</a:t>
            </a:r>
          </a:p>
          <a:p>
            <a:pPr marL="0" indent="0">
              <a:buNone/>
            </a:pPr>
            <a:r>
              <a:rPr lang="en-US" dirty="0"/>
              <a:t>2. Get context from chat memory</a:t>
            </a:r>
          </a:p>
          <a:p>
            <a:pPr marL="0" indent="0">
              <a:buNone/>
            </a:pPr>
            <a:r>
              <a:rPr lang="en-US" dirty="0"/>
              <a:t>3. Generate structured image prompt</a:t>
            </a:r>
          </a:p>
          <a:p>
            <a:pPr marL="0" indent="0">
              <a:buNone/>
            </a:pPr>
            <a:r>
              <a:rPr lang="en-US" dirty="0"/>
              <a:t>4. Create educational visual (DALL-E)</a:t>
            </a:r>
          </a:p>
          <a:p>
            <a:pPr marL="0" indent="0">
              <a:buNone/>
            </a:pPr>
            <a:r>
              <a:rPr lang="en-US" dirty="0"/>
              <a:t>5. Display with text explanation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This is RAT: Retrieve knowledge + Generate reasoning + Visual proof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872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2D69-78A2-1D61-5B79-E04A1D1E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31" y="365125"/>
            <a:ext cx="10515600" cy="1325563"/>
          </a:xfrm>
        </p:spPr>
        <p:txBody>
          <a:bodyPr/>
          <a:lstStyle/>
          <a:p>
            <a:r>
              <a:rPr lang="en-US" dirty="0"/>
              <a:t>Image Generation - RAT in Action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0909D7-D3E5-279F-AE45-80C972900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99" y="1469984"/>
            <a:ext cx="8556747" cy="514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11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FF5A6-B0CF-F83B-4734-0C67F0F4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90A4A-C9F6-042E-D2A5-524C03998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31" y="365125"/>
            <a:ext cx="10515600" cy="1325563"/>
          </a:xfrm>
        </p:spPr>
        <p:txBody>
          <a:bodyPr/>
          <a:lstStyle/>
          <a:p>
            <a:r>
              <a:rPr lang="en-US" dirty="0"/>
              <a:t>Image Generation - RAT in Action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4278C2-04AC-95E9-40AB-7C54134A4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31" y="1561637"/>
            <a:ext cx="8724900" cy="472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86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16F4-9C41-B05F-D333-9D399A82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 - The Stack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E95387A-5205-5E3E-84B4-88699FB1EB82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3461715"/>
              </p:ext>
            </p:extLst>
          </p:nvPr>
        </p:nvGraphicFramePr>
        <p:xfrm>
          <a:off x="515938" y="1389063"/>
          <a:ext cx="8178798" cy="5058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6266">
                  <a:extLst>
                    <a:ext uri="{9D8B030D-6E8A-4147-A177-3AD203B41FA5}">
                      <a16:colId xmlns:a16="http://schemas.microsoft.com/office/drawing/2014/main" val="3989448765"/>
                    </a:ext>
                  </a:extLst>
                </a:gridCol>
                <a:gridCol w="2726266">
                  <a:extLst>
                    <a:ext uri="{9D8B030D-6E8A-4147-A177-3AD203B41FA5}">
                      <a16:colId xmlns:a16="http://schemas.microsoft.com/office/drawing/2014/main" val="142459408"/>
                    </a:ext>
                  </a:extLst>
                </a:gridCol>
                <a:gridCol w="2726266">
                  <a:extLst>
                    <a:ext uri="{9D8B030D-6E8A-4147-A177-3AD203B41FA5}">
                      <a16:colId xmlns:a16="http://schemas.microsoft.com/office/drawing/2014/main" val="848030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211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LLM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GPT-4o-mini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Response generation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8760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Embeddings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SentenceTransformer (all-MiniLM-L6-v2)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Semantic search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6367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Vector DB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ChromaDB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Document storage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8137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Reranker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CrossEncoder (ms-marco-MiniLM-L-6-v2)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Quality filtering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1786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Sparse Search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BM25 (rank_bm25)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Keyword matching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6338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PDF Parsing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LlamaParse (LlamaIndex)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MD conversion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764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Image Gen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DALL-E / GPT-Image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Visual aids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0730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OpenAI TTS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Audio explanations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5447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Streamlit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Web interface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694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Streamlit Cloud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Free hosting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8611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5420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5C22B-66D9-26F4-5345-3580EC1A0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These Specific Technologies?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884E5-BB2A-22C2-2248-A16E946532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6647" y="1185339"/>
            <a:ext cx="8178363" cy="386081"/>
          </a:xfrm>
        </p:spPr>
        <p:txBody>
          <a:bodyPr/>
          <a:lstStyle/>
          <a:p>
            <a:r>
              <a:rPr lang="en-US" dirty="0"/>
              <a:t>Every Choice Has a Reason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C0033CC-04B6-D540-BE13-8C92F44ACD54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358497012"/>
              </p:ext>
            </p:extLst>
          </p:nvPr>
        </p:nvGraphicFramePr>
        <p:xfrm>
          <a:off x="515938" y="1608138"/>
          <a:ext cx="7216773" cy="4782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591">
                  <a:extLst>
                    <a:ext uri="{9D8B030D-6E8A-4147-A177-3AD203B41FA5}">
                      <a16:colId xmlns:a16="http://schemas.microsoft.com/office/drawing/2014/main" val="2567305"/>
                    </a:ext>
                  </a:extLst>
                </a:gridCol>
                <a:gridCol w="2405591">
                  <a:extLst>
                    <a:ext uri="{9D8B030D-6E8A-4147-A177-3AD203B41FA5}">
                      <a16:colId xmlns:a16="http://schemas.microsoft.com/office/drawing/2014/main" val="66981215"/>
                    </a:ext>
                  </a:extLst>
                </a:gridCol>
                <a:gridCol w="2405591">
                  <a:extLst>
                    <a:ext uri="{9D8B030D-6E8A-4147-A177-3AD203B41FA5}">
                      <a16:colId xmlns:a16="http://schemas.microsoft.com/office/drawing/2014/main" val="635251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DECISION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WHY THIS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THAT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4326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GPT-4o-mini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10x cheaper, fast, smart enough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GPT-4 (expensive, slow)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1244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SentenceTransformer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Free, local, fast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OpenAI Embeddings (paid)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006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ChromaDB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Free, easy, persistent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Pinecone (paid cloud)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3678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BM25 + Dense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Hybrid catches more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Dense only (misses keywords)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8025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CrossEncoder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High accuracy reranking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Embedding similarity (weak)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6470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LlamaParse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Preserves structure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OCR (destroys math)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9730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Streamlit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Rapid dev, clean UI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React (complex, slow dev)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0734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530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F69F-58AE-D125-391A-C06018049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Implemented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07B6243-D397-6257-FB7F-DD2EBE4A60F1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123546171"/>
              </p:ext>
            </p:extLst>
          </p:nvPr>
        </p:nvGraphicFramePr>
        <p:xfrm>
          <a:off x="515569" y="1295400"/>
          <a:ext cx="8005761" cy="5329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8587">
                  <a:extLst>
                    <a:ext uri="{9D8B030D-6E8A-4147-A177-3AD203B41FA5}">
                      <a16:colId xmlns:a16="http://schemas.microsoft.com/office/drawing/2014/main" val="2314108450"/>
                    </a:ext>
                  </a:extLst>
                </a:gridCol>
                <a:gridCol w="2668587">
                  <a:extLst>
                    <a:ext uri="{9D8B030D-6E8A-4147-A177-3AD203B41FA5}">
                      <a16:colId xmlns:a16="http://schemas.microsoft.com/office/drawing/2014/main" val="58383144"/>
                    </a:ext>
                  </a:extLst>
                </a:gridCol>
                <a:gridCol w="2668587">
                  <a:extLst>
                    <a:ext uri="{9D8B030D-6E8A-4147-A177-3AD203B41FA5}">
                      <a16:colId xmlns:a16="http://schemas.microsoft.com/office/drawing/2014/main" val="1197864189"/>
                    </a:ext>
                  </a:extLst>
                </a:gridCol>
              </a:tblGrid>
              <a:tr h="38486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WHAT IT DOES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1616347"/>
                  </a:ext>
                </a:extLst>
              </a:tr>
              <a:tr h="55726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 Tutor Chat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Patient, step-by-step explanations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GPT-4o-mini + RAG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9314116"/>
                  </a:ext>
                </a:extLst>
              </a:tr>
              <a:tr h="55726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Auto Image Gen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Visual aids for "how" questions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DALL-E + RAT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5094424"/>
                  </a:ext>
                </a:extLst>
              </a:tr>
              <a:tr h="55726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Text-to-Speech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Audio playback of answers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OpenAI TTS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7328085"/>
                  </a:ext>
                </a:extLst>
              </a:tr>
              <a:tr h="55726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Bilingual UI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Full English &amp; Urdu support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i18n system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4364830"/>
                  </a:ext>
                </a:extLst>
              </a:tr>
              <a:tr h="38486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Practice Quizzes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AI-generated questions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GPT-4o-mini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6981326"/>
                  </a:ext>
                </a:extLst>
              </a:tr>
              <a:tr h="38486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Learning Analytics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Progress charts &amp; stats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Plotly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0111772"/>
                  </a:ext>
                </a:extLst>
              </a:tr>
              <a:tr h="55726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Chat Memory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Context-aware conversations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Session state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0055909"/>
                  </a:ext>
                </a:extLst>
              </a:tr>
              <a:tr h="38486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Subject Validation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Blocks off-topic questions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Keyword + relevance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6075546"/>
                  </a:ext>
                </a:extLst>
              </a:tr>
              <a:tr h="38486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Curriculum Aligned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Answers from textbooks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RAG pipeline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0513959"/>
                  </a:ext>
                </a:extLst>
              </a:tr>
              <a:tr h="38486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Rewards System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Stars &amp; encouragement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Gamification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695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7566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A6223-65A8-CDCF-EF4E-14BD00D8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Evaluation Results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849B16-21FE-201D-5AFD-F702C25A7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775661"/>
            <a:ext cx="8559800" cy="14447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25425D-E988-57FB-FAAA-5AA474A4C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538602"/>
            <a:ext cx="8559800" cy="16194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9ED8D0-A3EF-2D77-258D-7F1F0062D0BC}"/>
              </a:ext>
            </a:extLst>
          </p:cNvPr>
          <p:cNvSpPr txBox="1"/>
          <p:nvPr/>
        </p:nvSpPr>
        <p:spPr>
          <a:xfrm>
            <a:off x="838200" y="1734624"/>
            <a:ext cx="855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GRADE 4: MATHS</a:t>
            </a:r>
          </a:p>
        </p:txBody>
      </p:sp>
    </p:spTree>
    <p:extLst>
      <p:ext uri="{BB962C8B-B14F-4D97-AF65-F5344CB8AC3E}">
        <p14:creationId xmlns:p14="http://schemas.microsoft.com/office/powerpoint/2010/main" val="932730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39CCB-2DAC-9E2F-7FE7-4E52B7758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7885E-2C31-3AC9-5F40-19E12BEAD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Evaluation Results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F96EC-BF11-0D87-525E-C63E4E532EFA}"/>
              </a:ext>
            </a:extLst>
          </p:cNvPr>
          <p:cNvSpPr txBox="1"/>
          <p:nvPr/>
        </p:nvSpPr>
        <p:spPr>
          <a:xfrm>
            <a:off x="2621940" y="1325563"/>
            <a:ext cx="855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GRADE 6: COMPUTER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031751B4-F548-CE06-6A93-5CE53A4B0C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2744193"/>
              </p:ext>
            </p:extLst>
          </p:nvPr>
        </p:nvGraphicFramePr>
        <p:xfrm>
          <a:off x="736600" y="1720188"/>
          <a:ext cx="8102600" cy="4533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81EFB07-0BED-904F-4E55-28E9F1D98F58}"/>
              </a:ext>
            </a:extLst>
          </p:cNvPr>
          <p:cNvSpPr txBox="1"/>
          <p:nvPr/>
        </p:nvSpPr>
        <p:spPr>
          <a:xfrm>
            <a:off x="4993710" y="2865097"/>
            <a:ext cx="3206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Traditional RAG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24F4E9-1212-7D5A-4407-5CE754F09E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417" y="3429000"/>
            <a:ext cx="3562847" cy="241821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BB3FDD6-A449-4B26-572E-0250C275802E}"/>
              </a:ext>
            </a:extLst>
          </p:cNvPr>
          <p:cNvSpPr txBox="1"/>
          <p:nvPr/>
        </p:nvSpPr>
        <p:spPr>
          <a:xfrm>
            <a:off x="1787047" y="2865097"/>
            <a:ext cx="3206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Enhanced RAG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C2B2EB4-6789-46DE-9796-4A60C062B3E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18902"/>
          <a:stretch>
            <a:fillRect/>
          </a:stretch>
        </p:blipFill>
        <p:spPr>
          <a:xfrm>
            <a:off x="1204411" y="3406606"/>
            <a:ext cx="3448195" cy="241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53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5722-59EC-55FB-868D-DE349782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9B9B-8AB5-D3A6-0397-B0DFF459D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Evaluation Results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B93D7F-3A3B-95D1-BC96-0710B3EB7EA2}"/>
              </a:ext>
            </a:extLst>
          </p:cNvPr>
          <p:cNvSpPr txBox="1"/>
          <p:nvPr/>
        </p:nvSpPr>
        <p:spPr>
          <a:xfrm>
            <a:off x="2621940" y="1325563"/>
            <a:ext cx="855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GRADE 7: SCIENCE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BAB1288A-2087-12B2-9686-55784E0C0A0E}"/>
              </a:ext>
            </a:extLst>
          </p:cNvPr>
          <p:cNvGraphicFramePr/>
          <p:nvPr/>
        </p:nvGraphicFramePr>
        <p:xfrm>
          <a:off x="736600" y="1720188"/>
          <a:ext cx="8102600" cy="4533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6EC732F-1A39-4328-F5B3-850818D3E0BD}"/>
              </a:ext>
            </a:extLst>
          </p:cNvPr>
          <p:cNvSpPr txBox="1"/>
          <p:nvPr/>
        </p:nvSpPr>
        <p:spPr>
          <a:xfrm>
            <a:off x="4993710" y="2865097"/>
            <a:ext cx="3206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Traditional RAG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BFAA8A-2D23-4573-9DFB-A32A26B3CC39}"/>
              </a:ext>
            </a:extLst>
          </p:cNvPr>
          <p:cNvSpPr txBox="1"/>
          <p:nvPr/>
        </p:nvSpPr>
        <p:spPr>
          <a:xfrm>
            <a:off x="1787047" y="2865097"/>
            <a:ext cx="3206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Enhanced RAG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B000C7-7B15-3A82-9CD8-53DCA88469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3453" y="3433311"/>
            <a:ext cx="3562847" cy="2413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D9F4DC-F077-B6AF-0928-6D3B02EB5F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4221" y="3429000"/>
            <a:ext cx="3562847" cy="241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45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220D-D88A-4312-75D4-988888EA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Evaluation Results - The Numbers Speak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D15F9B-5B4E-C281-848C-B200EB7AF917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4267941728"/>
              </p:ext>
            </p:extLst>
          </p:nvPr>
        </p:nvGraphicFramePr>
        <p:xfrm>
          <a:off x="515938" y="1389063"/>
          <a:ext cx="8178800" cy="5253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700">
                  <a:extLst>
                    <a:ext uri="{9D8B030D-6E8A-4147-A177-3AD203B41FA5}">
                      <a16:colId xmlns:a16="http://schemas.microsoft.com/office/drawing/2014/main" val="1000669590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115329641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2800060452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3966958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OCR + BASIC RAG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LLAMAPARSE + ENHANCED RAG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IMPROVEMENT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770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Text Extraction Quality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45%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98%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+53%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9035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Math Symbol Accuracy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95%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+65%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625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Retrieval Precision@5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42%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87%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+45%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6006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Answer Relevance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55%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91%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+36%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5296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Out-of-Textbook Detection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85%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+65%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4648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Response Latency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4.2s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1.8s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-57%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9384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0012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CF169-5801-BC6D-2C4D-9D101BE4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8D1BD-15FB-0DF4-565A-26A1850A9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Query Comparison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B996FFD-2C44-648A-7D55-1F1825DCB3DB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528544392"/>
              </p:ext>
            </p:extLst>
          </p:nvPr>
        </p:nvGraphicFramePr>
        <p:xfrm>
          <a:off x="147589" y="1389063"/>
          <a:ext cx="8767811" cy="4948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37867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37BFB-ADC9-E086-2D97-FCF55E5A0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Our System is Better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43D82-933E-ED97-29AE-54D3597EB0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BEFORE (Traditional RAG):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4A0ED-672D-FB5D-86F6-139D325680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37665" y="1914621"/>
            <a:ext cx="4245275" cy="4943379"/>
          </a:xfrm>
        </p:spPr>
        <p:txBody>
          <a:bodyPr/>
          <a:lstStyle/>
          <a:p>
            <a:pPr lvl="0"/>
            <a:r>
              <a:rPr lang="en-US" dirty="0"/>
              <a:t>❌ OCR destroys math</a:t>
            </a:r>
          </a:p>
          <a:p>
            <a:pPr lvl="0"/>
            <a:r>
              <a:rPr lang="en-US" dirty="0"/>
              <a:t>❌ Fixed chunk size</a:t>
            </a:r>
          </a:p>
          <a:p>
            <a:pPr lvl="0"/>
            <a:r>
              <a:rPr lang="en-US" dirty="0"/>
              <a:t>❌ Single retrieval (dense only)</a:t>
            </a:r>
          </a:p>
          <a:p>
            <a:pPr lvl="0"/>
            <a:r>
              <a:rPr lang="en-US" dirty="0"/>
              <a:t>❌ No reranking</a:t>
            </a:r>
          </a:p>
          <a:p>
            <a:pPr lvl="0"/>
            <a:r>
              <a:rPr lang="en-US" dirty="0"/>
              <a:t>❌ No intent detection</a:t>
            </a:r>
          </a:p>
          <a:p>
            <a:pPr lvl="0"/>
            <a:r>
              <a:rPr lang="en-US" dirty="0"/>
              <a:t>❌ No subject validation</a:t>
            </a:r>
          </a:p>
          <a:p>
            <a:pPr lvl="0"/>
            <a:r>
              <a:rPr lang="en-US" dirty="0"/>
              <a:t>❌ Same pipeline for all</a:t>
            </a:r>
          </a:p>
          <a:p>
            <a:pPr lvl="0"/>
            <a:r>
              <a:rPr lang="en-US" dirty="0"/>
              <a:t>❌ Can't detect off-topic</a:t>
            </a:r>
          </a:p>
          <a:p>
            <a:pPr lvl="0"/>
            <a:r>
              <a:rPr lang="en-US" dirty="0"/>
              <a:t>❌ No visual for "how"</a:t>
            </a:r>
          </a:p>
          <a:p>
            <a:pPr lvl="0"/>
            <a:r>
              <a:rPr lang="en-US" dirty="0"/>
              <a:t>❌ Text only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8DEA16-9FB0-3C9A-CA3C-60B4546F62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AFTER (Enhanced RAG):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2B83A0-09C7-C059-323C-242B40BCA9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2940" y="1825182"/>
            <a:ext cx="4420160" cy="494337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✅ </a:t>
            </a:r>
            <a:r>
              <a:rPr lang="en-US" dirty="0" err="1"/>
              <a:t>LlamaParse</a:t>
            </a:r>
            <a:r>
              <a:rPr lang="en-US" dirty="0"/>
              <a:t> preserves all</a:t>
            </a:r>
          </a:p>
          <a:p>
            <a:pPr lvl="0"/>
            <a:r>
              <a:rPr lang="en-US" dirty="0"/>
              <a:t>✅ Semantic chunking + metadata</a:t>
            </a:r>
          </a:p>
          <a:p>
            <a:pPr lvl="0"/>
            <a:r>
              <a:rPr lang="en-US" dirty="0"/>
              <a:t>✅ Hybrid (Dense + BM25 + RRF)</a:t>
            </a:r>
          </a:p>
          <a:p>
            <a:pPr lvl="0"/>
            <a:r>
              <a:rPr lang="en-US" dirty="0"/>
              <a:t>✅ Cross-Encoder reranking</a:t>
            </a:r>
          </a:p>
          <a:p>
            <a:pPr lvl="0"/>
            <a:r>
              <a:rPr lang="en-US" dirty="0"/>
              <a:t>✅ Intent-aware block filtering</a:t>
            </a:r>
          </a:p>
          <a:p>
            <a:pPr lvl="0"/>
            <a:r>
              <a:rPr lang="en-US" dirty="0"/>
              <a:t>✅ Subject keyword checking</a:t>
            </a:r>
          </a:p>
          <a:p>
            <a:pPr lvl="0"/>
            <a:r>
              <a:rPr lang="en-US" dirty="0"/>
              <a:t>✅ Subject-specific pipelines</a:t>
            </a:r>
          </a:p>
          <a:p>
            <a:pPr lvl="0"/>
            <a:r>
              <a:rPr lang="en-US" dirty="0"/>
              <a:t>✅ Relevance scoring + thresholds</a:t>
            </a:r>
          </a:p>
          <a:p>
            <a:pPr lvl="0"/>
            <a:r>
              <a:rPr lang="en-US" dirty="0"/>
              <a:t>✅ Auto image generation for math</a:t>
            </a:r>
          </a:p>
          <a:p>
            <a:pPr lvl="0"/>
            <a:r>
              <a:rPr lang="en-US" dirty="0"/>
              <a:t>✅ Multi-modal (text + image + voice)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035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B0405-5EA2-142C-35F2-BAB808F94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69" y="111760"/>
            <a:ext cx="8179441" cy="1073579"/>
          </a:xfrm>
        </p:spPr>
        <p:txBody>
          <a:bodyPr/>
          <a:lstStyle/>
          <a:p>
            <a:r>
              <a:rPr lang="en-US" dirty="0"/>
              <a:t>Autism-Friendly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008E6-AE7E-6BE1-BC30-8B9FF80D05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6671" y="1209039"/>
            <a:ext cx="8178363" cy="386081"/>
          </a:xfrm>
        </p:spPr>
        <p:txBody>
          <a:bodyPr/>
          <a:lstStyle/>
          <a:p>
            <a:r>
              <a:rPr lang="en-US" dirty="0"/>
              <a:t>Every Feature Designed for Special Needs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E6C4F27-747D-D435-3DD1-6A560068A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200847032"/>
              </p:ext>
            </p:extLst>
          </p:nvPr>
        </p:nvGraphicFramePr>
        <p:xfrm>
          <a:off x="515569" y="1618820"/>
          <a:ext cx="8044231" cy="51381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0225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ADE40-0915-C5A4-2AB2-EF1B51BD5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EC3F7-5342-8505-40BE-D8DBF4506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69" y="111760"/>
            <a:ext cx="8179441" cy="1073579"/>
          </a:xfrm>
        </p:spPr>
        <p:txBody>
          <a:bodyPr/>
          <a:lstStyle/>
          <a:p>
            <a:r>
              <a:rPr lang="en-US" dirty="0"/>
              <a:t>Autism-Friendly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A30B1-EC01-323F-6D6C-B973757BEA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6671" y="1209039"/>
            <a:ext cx="8178363" cy="386081"/>
          </a:xfrm>
        </p:spPr>
        <p:txBody>
          <a:bodyPr/>
          <a:lstStyle/>
          <a:p>
            <a:r>
              <a:rPr lang="en-US" dirty="0"/>
              <a:t>Every Feature Designed for Special Needs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7BF9EC0-B3E0-0700-0168-1BD033055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42418909"/>
              </p:ext>
            </p:extLst>
          </p:nvPr>
        </p:nvGraphicFramePr>
        <p:xfrm>
          <a:off x="516647" y="1802765"/>
          <a:ext cx="8178363" cy="4943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67189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5E61D-F98C-C356-E137-810635132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5552" y="1717040"/>
            <a:ext cx="7680896" cy="3104855"/>
          </a:xfrm>
        </p:spPr>
        <p:txBody>
          <a:bodyPr>
            <a:normAutofit/>
          </a:bodyPr>
          <a:lstStyle/>
          <a:p>
            <a:r>
              <a:rPr lang="en-US" dirty="0"/>
              <a:t>Thankyou!</a:t>
            </a:r>
          </a:p>
        </p:txBody>
      </p:sp>
    </p:spTree>
    <p:extLst>
      <p:ext uri="{BB962C8B-B14F-4D97-AF65-F5344CB8AC3E}">
        <p14:creationId xmlns:p14="http://schemas.microsoft.com/office/powerpoint/2010/main" val="354232192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93">
      <a:majorFont>
        <a:latin typeface="Rockwell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787325_Lab safety_win32_sl_v3" id="{D64AF424-20BD-49B4-B694-301E69FF220B}" vid="{9707B19F-3C0C-4510-9A4B-339DEF251C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32312C-73FA-48DB-88E9-32B5B10F6E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E0CC7A-D12B-4253-A55F-EB630E52C0D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07EEB9A-E57A-49BD-B528-AD5141A200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Lab safety</Template>
  <TotalTime>1766</TotalTime>
  <Words>1823</Words>
  <Application>Microsoft Office PowerPoint</Application>
  <PresentationFormat>Widescreen</PresentationFormat>
  <Paragraphs>417</Paragraphs>
  <Slides>30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Cambria</vt:lpstr>
      <vt:lpstr>Rockwell</vt:lpstr>
      <vt:lpstr>Symbol</vt:lpstr>
      <vt:lpstr>Tahoma</vt:lpstr>
      <vt:lpstr>Custom</vt:lpstr>
      <vt:lpstr>AUTISTUDY</vt:lpstr>
      <vt:lpstr>TEAM MEMBERS</vt:lpstr>
      <vt:lpstr>The Real Problem - Retriever Failure</vt:lpstr>
      <vt:lpstr>The Real Problem - Retriever Failure</vt:lpstr>
      <vt:lpstr>The Breakthrough - LlamaParse to Markdown</vt:lpstr>
      <vt:lpstr>Smart Chunking with Metadata</vt:lpstr>
      <vt:lpstr>Hybrid Retrieval - The Game Changer</vt:lpstr>
      <vt:lpstr>Cross-Encoder Reranking</vt:lpstr>
      <vt:lpstr>Cross-Encoder Reranking</vt:lpstr>
      <vt:lpstr>Intent Detection - Understanding the Question</vt:lpstr>
      <vt:lpstr>Science &amp; Computer - Enhanced RAG</vt:lpstr>
      <vt:lpstr>Science &amp; Computer - Enhanced RAG</vt:lpstr>
      <vt:lpstr>Mathematics - RAG to RAT (Revolutionary)</vt:lpstr>
      <vt:lpstr>Mathematics - RAG to RAT (Revolutionary)</vt:lpstr>
      <vt:lpstr>Image Generation - RAT in Action</vt:lpstr>
      <vt:lpstr>Image Generation - RAT in Action</vt:lpstr>
      <vt:lpstr>Image Generation - RAT in Action</vt:lpstr>
      <vt:lpstr>Image Generation - RAT in Action</vt:lpstr>
      <vt:lpstr>Technologies Used - The Stack</vt:lpstr>
      <vt:lpstr>Why These Specific Technologies?</vt:lpstr>
      <vt:lpstr>Key Features Implemented</vt:lpstr>
      <vt:lpstr>Evaluation Results</vt:lpstr>
      <vt:lpstr>Evaluation Results</vt:lpstr>
      <vt:lpstr>Evaluation Results</vt:lpstr>
      <vt:lpstr>Evaluation Results - The Numbers Speak</vt:lpstr>
      <vt:lpstr>Real Query Comparison</vt:lpstr>
      <vt:lpstr>Why Our System is Better</vt:lpstr>
      <vt:lpstr>Autism-Friendly Design</vt:lpstr>
      <vt:lpstr>Autism-Friendly Design</vt:lpstr>
      <vt:lpstr>Thankyou!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Zohaib Khalid</dc:creator>
  <cp:lastModifiedBy>Zohaib Khalid</cp:lastModifiedBy>
  <cp:revision>4</cp:revision>
  <dcterms:created xsi:type="dcterms:W3CDTF">2026-03-24T13:28:19Z</dcterms:created>
  <dcterms:modified xsi:type="dcterms:W3CDTF">2026-03-29T09:39:41Z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